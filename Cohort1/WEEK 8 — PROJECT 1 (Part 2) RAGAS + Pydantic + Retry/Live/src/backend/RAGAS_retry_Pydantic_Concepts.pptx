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notesMasterIdLst>
    <p:notesMasterId r:id="rId2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6"/>
    <p:sldId id="277" r:id="rId5"/>
    <p:sldId id="278" r:id="rId4"/>
    <p:sldId id="279" r:id="rId3"/>
    <p:sldId id="280" r:id="rId2"/>
    <p:sldId id="281" r:id="rId32"/>
    <p:sldId id="282" r:id="rId33"/>
    <p:sldId id="283" r:id="rId34"/>
    <p:sldId id="284" r:id="rId35"/>
    <p:sldId id="285" r:id="rId36"/>
    <p:sldId id="286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B050"/>
    <a:srgbClr val="93B75D"/>
    <a:srgbClr val="538C79"/>
    <a:srgbClr val="6DA5D4"/>
    <a:srgbClr val="346492"/>
    <a:srgbClr val="53ADA6"/>
    <a:srgbClr val="5EAFC2"/>
    <a:srgbClr val="6AA2D2"/>
    <a:srgbClr val="F3F3F3"/>
    <a:srgbClr val="546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30" autoAdjust="0"/>
    <p:restoredTop sz="50363" autoAdjust="0"/>
  </p:normalViewPr>
  <p:slideViewPr>
    <p:cSldViewPr snapToGrid="0">
      <p:cViewPr varScale="1">
        <p:scale>
          <a:sx n="55" d="100"/>
          <a:sy n="55" d="100"/>
        </p:scale>
        <p:origin x="2574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5.xml"/><Relationship Id="rId3" Type="http://schemas.openxmlformats.org/officeDocument/2006/relationships/slide" Target="slides/slide24.xml"/><Relationship Id="rId4" Type="http://schemas.openxmlformats.org/officeDocument/2006/relationships/slide" Target="slides/slide23.xml"/><Relationship Id="rId5" Type="http://schemas.openxmlformats.org/officeDocument/2006/relationships/slide" Target="slides/slide22.xml"/><Relationship Id="rId6" Type="http://schemas.openxmlformats.org/officeDocument/2006/relationships/slide" Target="slides/slide2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0FA7C5-431B-43BB-8B82-5B6B0F20C50D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7BAC2-9092-445B-A18E-2F72B395F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221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9144" y="4882896"/>
            <a:ext cx="4050792" cy="1197864"/>
          </a:xfrm>
          <a:noFill/>
        </p:spPr>
        <p:txBody>
          <a:bodyPr wrap="square" rtlCol="0">
            <a:spAutoFit/>
          </a:bodyPr>
          <a:lstStyle>
            <a:lvl1pPr>
              <a:defRPr lang="en-US" sz="5400" dirty="0"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073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721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932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899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2860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6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3217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05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30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6353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22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6823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0122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78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4153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3523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3065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0474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B847E765-01BC-4E90-86D8-BAC34AE04746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fld id="{6772FBEF-B745-4E46-AB72-5CAFC88372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00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spcAft>
          <a:spcPts val="600"/>
        </a:spcAft>
        <a:buNone/>
        <a:defRPr lang="en-US" sz="4800" b="0" kern="1200" cap="none" baseline="0" dirty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RAGAS, @retry, and Pydantic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 Deep Dive — Three Production Patterns Inside Our RAG Backend</a:t>
            </a:r>
          </a:p>
          <a:p>
            <a:r>
              <a:t>Week 7 Live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Three production concepts, taught the same way each time:</a:t>
            </a:r>
          </a:p>
          <a:p>
            <a:pPr lvl="1"/>
            <a:r>
              <a:t>1. Explain the idea in plain English</a:t>
            </a:r>
          </a:p>
          <a:p>
            <a:pPr lvl="1"/>
            <a:r>
              <a:t>2. Build a tiny version of it ourselves, right here</a:t>
            </a:r>
          </a:p>
          <a:p>
            <a:pPr lvl="1"/>
            <a:r>
              <a:t>3. Open the real production file and find the exact same idea inside it</a:t>
            </a:r>
          </a:p>
          <a:p>
            <a:pPr/>
            <a:r>
              <a:t>Goal: by the end, ragas_eval.py, ingestion_service.py, and schemas.py</a:t>
            </a:r>
          </a:p>
          <a:p>
            <a:pPr lvl="1"/>
            <a:r>
              <a:t>should feel familiar — not new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is RAGAS?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RAGAS Solves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RAGAS = Retrieval Augmented Generation Assessment</a:t>
            </a:r>
          </a:p>
          <a:p>
            <a:pPr/>
            <a:r>
              <a:t>The problem: how do you know your RAG system is actually good?</a:t>
            </a:r>
          </a:p>
          <a:p>
            <a:pPr/>
            <a:r>
              <a:t>Reading 5 sample answers and saying "looks fine" tells you nothing</a:t>
            </a:r>
          </a:p>
          <a:p>
            <a:pPr lvl="1"/>
            <a:r>
              <a:t>about how it behaves on 500 real questions</a:t>
            </a:r>
          </a:p>
          <a:p>
            <a:pPr/>
            <a:r>
              <a:t>RAGAS gives repeatable, numeric scores instead of a gut feeling</a:t>
            </a:r>
          </a:p>
          <a:p>
            <a:pPr/>
            <a:r>
              <a:t>Callback: the industry-standard version of the cosine-similarity</a:t>
            </a:r>
          </a:p>
          <a:p>
            <a:pPr lvl="1"/>
            <a:r>
              <a:t>relevance score + LLM-judge you built by hand in Week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Metrics We Use (ragas_eval.py)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138160"/>
              </a:tblGrid>
              <a:tr h="640079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Question It Answers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Faithfulness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Is the answer grounded in retrieved context, or made up?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Hallucination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1 - Faithfulness — how much of the answer is NOT in context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Context 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Of the chunks we retrieved, how many were actually relevant?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Context 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Did we retrieve everything needed? (needs a reference answer)</a:t>
                      </a:r>
                    </a:p>
                  </a:txBody>
                  <a:tcPr/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Factual Correctness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Is the answer factually right vs. a reference answer?</a:t>
                      </a:r>
                    </a:p>
                  </a:txBody>
                  <a:tcPr/>
                </a:tc>
              </a:tr>
              <a:tr h="64008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Response Relevancy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Does the answer actually address the question asked?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Reference-Free vs. Reference-Based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Reference-free: Faithfulness, Context Precision, Response Relevancy</a:t>
            </a:r>
          </a:p>
          <a:p>
            <a:pPr lvl="1"/>
            <a:r>
              <a:t>only need question + answer + retrieved context</a:t>
            </a:r>
          </a:p>
          <a:p>
            <a:pPr/>
            <a:r>
              <a:t>Reference-based: Context Recall, Factual Correctness</a:t>
            </a:r>
          </a:p>
          <a:p>
            <a:pPr lvl="1"/>
            <a:r>
              <a:t>also need a gold reference answer to compare against</a:t>
            </a:r>
          </a:p>
          <a:p>
            <a:pPr/>
            <a:r>
              <a:t>Trade-off: reference-based is more rigorous, but someone has to</a:t>
            </a:r>
          </a:p>
          <a:p>
            <a:pPr lvl="1"/>
            <a:r>
              <a:t>write the reference answer ahead of time for every test question</a:t>
            </a:r>
          </a:p>
          <a:p>
            <a:pPr/>
            <a:r>
              <a:t>Analogy: grading without an answer key vs. grading with one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SingleTurnSample — RAGAS's Data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Every metric expects the same shape of input:</a:t>
            </a:r>
          </a:p>
          <a:p>
            <a:pPr lvl="1"/>
            <a:r>
              <a:t>user_input — the question</a:t>
            </a:r>
          </a:p>
          <a:p>
            <a:pPr lvl="1"/>
            <a:r>
              <a:t>response — the generated answer</a:t>
            </a:r>
          </a:p>
          <a:p>
            <a:pPr lvl="1"/>
            <a:r>
              <a:t>retrieved_contexts — the chunks that were retrieved (list of strings)</a:t>
            </a:r>
          </a:p>
          <a:p>
            <a:pPr lvl="1"/>
            <a:r>
              <a:t>reference — the gold answer (only needed by reference-based metrics)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1 — Faithfulness Catches Hallucination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Same question + context, two answers: grounded vs. hallucinated</a:t>
            </a:r>
          </a:p>
          <a:p>
            <a:pPr/>
            <a:r>
              <a:t>Grounded answer faithfulness:        1.00</a:t>
            </a:r>
          </a:p>
          <a:p>
            <a:pPr/>
            <a:r>
              <a:t>Hallucinated answer faithfulness:    0.00</a:t>
            </a:r>
          </a:p>
          <a:p>
            <a:pPr/>
            <a:r>
              <a:t>Hallucination score (1 - faithfulness):  1.00</a:t>
            </a:r>
          </a:p>
          <a:p>
            <a:pPr/>
            <a:r>
              <a:t>This exact formula = evaluate_hallucination() in ragas_eval.py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2 — Context Precision (Reference-Free)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Checks: are the retrieved chunks relevant to the question?</a:t>
            </a:r>
          </a:p>
          <a:p>
            <a:pPr lvl="1"/>
            <a:r>
              <a:t>does not look at the final answer at all</a:t>
            </a:r>
          </a:p>
          <a:p>
            <a:pPr/>
            <a:r>
              <a:t>Result: ~1.0 — we only gave it one genuinely relevant chunk</a:t>
            </a:r>
          </a:p>
          <a:p>
            <a:pPr/>
            <a:r>
              <a:t>Mixing in an irrelevant chunk would drop this score</a:t>
            </a:r>
          </a:p>
          <a:p>
            <a:pPr/>
            <a:r>
              <a:t>Class name LLMContextPrecisionWithoutReference confirms the bucket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3 — Response Relevancy (Needs Embeddings)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Measures semantic distance between answer and question</a:t>
            </a:r>
          </a:p>
          <a:p>
            <a:pPr lvl="1"/>
            <a:r>
              <a:t>via LLM-generated hypothetical questions + embedding similarity</a:t>
            </a:r>
          </a:p>
          <a:p>
            <a:pPr/>
            <a:r>
              <a:t>Needs LangchainEmbeddingsWrapper, not just an LLM judge</a:t>
            </a:r>
          </a:p>
          <a:p>
            <a:pPr/>
            <a:r>
              <a:t>Result: ~0.49 — normal range is 0.4 to 0.7, not a red flag</a:t>
            </a:r>
          </a:p>
          <a:p>
            <a:pPr/>
            <a:r>
              <a:t>Never looks at retrieved_contexts at all</a:t>
            </a:r>
          </a:p>
          <a:p>
            <a:pPr lvl="1"/>
            <a:r>
              <a:t>an answer can score well here and still be fully hallucinated</a:t>
            </a:r>
          </a:p>
          <a:p>
            <a:pPr/>
            <a:r>
              <a:t>This is exactly why Faithfulness must be checked separately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4 — Reference-Based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Context Recall: did retrieved chunks contain everything the</a:t>
            </a:r>
          </a:p>
          <a:p>
            <a:pPr lvl="1"/>
            <a:r>
              <a:t>reference answer needed?</a:t>
            </a:r>
          </a:p>
          <a:p>
            <a:pPr/>
            <a:r>
              <a:t>Factual Correctness: does the generated answer agree with the</a:t>
            </a:r>
          </a:p>
          <a:p>
            <a:pPr lvl="1"/>
            <a:r>
              <a:t>reference answer's actual claims?</a:t>
            </a:r>
          </a:p>
          <a:p>
            <a:pPr/>
            <a:r>
              <a:t>Results: Context Recall = 1.00, Factual Correctness = 0.89</a:t>
            </a:r>
          </a:p>
          <a:p>
            <a:pPr/>
            <a:r>
              <a:t>Both high because our reference closely matches the grounded</a:t>
            </a:r>
          </a:p>
          <a:p>
            <a:pPr lvl="1"/>
            <a:r>
              <a:t>answer and the context — by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5 — LLM-as-a-Judge (Non-RAGAS)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The one evaluator in our project that isn't from RAGAS at all</a:t>
            </a:r>
          </a:p>
          <a:p>
            <a:pPr/>
            <a:r>
              <a:t>Same idea built by hand in Week 6, now formalized as structured JSON</a:t>
            </a:r>
          </a:p>
          <a:p>
            <a:pPr/>
            <a:r>
              <a:t>Prompt asks for exactly 3 fields: relevancy_percentage, explanation,</a:t>
            </a:r>
          </a:p>
          <a:p>
            <a:pPr lvl="1"/>
            <a:r>
              <a:t>hallucination_detected</a:t>
            </a:r>
          </a:p>
          <a:p>
            <a:pPr/>
            <a:r>
              <a:t>Result on the hallucinated answer: relevancy 10%, hallucination</a:t>
            </a:r>
          </a:p>
          <a:p>
            <a:pPr lvl="1"/>
            <a:r>
              <a:t>detected = True</a:t>
            </a:r>
          </a:p>
          <a:p>
            <a:pPr/>
            <a:r>
              <a:t>This is exactly evaluate_llm_judge() in ragas_eval.py</a:t>
            </a:r>
          </a:p>
          <a:p>
            <a:pPr/>
            <a:r>
              <a:t>Must wrap in try/except — LLMs occasionally return invalid 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RAGAS -&gt; Production File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ragas_eval.py: every evaluate_*() = one metric we ran by hand,</a:t>
            </a:r>
          </a:p>
          <a:p>
            <a:pPr lvl="1"/>
            <a:r>
              <a:t>wrapped in try/except + logging</a:t>
            </a:r>
          </a:p>
          <a:p>
            <a:pPr/>
            <a:r>
              <a:t>evaluate_hallucination() = our 1 - faithfulness line, with a 0.1 threshold</a:t>
            </a:r>
          </a:p>
          <a:p>
            <a:pPr/>
            <a:r>
              <a:t>evaluate_llm_judge() = Demo 5, identical prompt shape</a:t>
            </a:r>
          </a:p>
          <a:p>
            <a:pPr/>
            <a:r>
              <a:t>Project reuses ONE hardcoded REFERENCE_ANSWER for every question</a:t>
            </a:r>
          </a:p>
          <a:p>
            <a:pPr/>
            <a:r>
              <a:t>Discussion: what breaks for an unrelated question?</a:t>
            </a:r>
          </a:p>
          <a:p>
            <a:pPr lvl="1"/>
            <a:r>
              <a:t>Context Recall &amp; Factual Correctness become meaningless</a:t>
            </a:r>
          </a:p>
          <a:p>
            <a:pPr/>
            <a:r>
              <a:t>Real fix: a dataset of question/reference pairs (Week 6 LangSmith style)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Does @retry Mean?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Retries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Production code calls external APIs over the network:</a:t>
            </a:r>
          </a:p>
          <a:p>
            <a:pPr lvl="1"/>
            <a:r>
              <a:t>OpenAI, Cohere, vector DBs</a:t>
            </a:r>
          </a:p>
          <a:p>
            <a:pPr/>
            <a:r>
              <a:t>Networks fail temporarily, all the time: timeouts, rate limits, brief outages</a:t>
            </a:r>
          </a:p>
          <a:p>
            <a:pPr/>
            <a:r>
              <a:t>Naive code crashes on the very first failure, even if the next</a:t>
            </a:r>
          </a:p>
          <a:p>
            <a:pPr lvl="1"/>
            <a:r>
              <a:t>attempt would have worked</a:t>
            </a:r>
          </a:p>
          <a:p>
            <a:pPr/>
            <a:r>
              <a:t>@retry automatically re-attempts, waiting longer each time,</a:t>
            </a:r>
          </a:p>
          <a:p>
            <a:pPr lvl="1"/>
            <a:r>
              <a:t>before finally giving up</a:t>
            </a:r>
          </a:p>
          <a:p>
            <a:pPr/>
            <a:r>
              <a:t>Example: an OpenAI 429 fails the whole upload for a problem</a:t>
            </a:r>
          </a:p>
          <a:p>
            <a:pPr lvl="1"/>
            <a:r>
              <a:t>that would've resolved itself two seconds later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1 — Without Retry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Simulated flaky API: fails attempts 1-2, succeeds on attempt 3</a:t>
            </a:r>
          </a:p>
          <a:p>
            <a:pPr/>
            <a:r>
              <a:t>Code crashes after attempt 1 — never reaches the successful attempt 3</a:t>
            </a:r>
          </a:p>
          <a:p>
            <a:pPr/>
            <a:r>
              <a:t>"Failed immediately... even though attempt #3 would have succeeded"</a:t>
            </a:r>
          </a:p>
          <a:p>
            <a:pPr/>
            <a:r>
              <a:t>This is exactly what happens with no retry logic at all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2 — Same Function, with tenacity's @retry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/>
            </a:pPr>
            <a:r>
              <a:t>Exact decorator used in ingestion_service.py and retrieval_service.py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4206240"/>
          </a:xfrm>
          <a:prstGeom prst="rect">
            <a:avLst/>
          </a:prstGeom>
          <a:solidFill>
            <a:srgbClr val="1E1E1E"/>
          </a:solidFill>
        </p:spPr>
        <p:txBody>
          <a:bodyPr wrap="square">
            <a:spAutoFit/>
          </a:bodyPr>
          <a:lstStyle/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@retry(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    stop=stop_after_attempt(3),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    wait=wait_exponential(multiplier=1, min=2, max=10),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    reraise=True,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)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def call_flaky_api_with_retry():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    ...</a:t>
            </a:r>
          </a:p>
          <a:p>
            <a:pPr>
              <a:defRPr sz="1600">
                <a:latin typeface="Consolas"/>
              </a:defRPr>
            </a:pP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# Attempt #1 -&gt; wait ~2s -&gt; Attempt #2 -&gt; wait ~4s -&gt; Attempt #3 -&gt; success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# The function itself has no idea it's being retried.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Breaking Down the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stop_after_attempt(3) — give up after 3 tries, don't retry forever</a:t>
            </a:r>
          </a:p>
          <a:p>
            <a:pPr/>
            <a:r>
              <a:t>wait_exponential(multiplier=1, min=2, max=10) — wait longer each</a:t>
            </a:r>
          </a:p>
          <a:p>
            <a:pPr lvl="1"/>
            <a:r>
              <a:t>time (~2s, 4s, 8s...), capped at 10s so we don't hammer the service</a:t>
            </a:r>
          </a:p>
          <a:p>
            <a:pPr/>
            <a:r>
              <a:t>reraise=True — raises the ORIGINAL exception, not tenacity's</a:t>
            </a:r>
          </a:p>
          <a:p>
            <a:pPr lvl="1"/>
            <a:r>
              <a:t>RetryError wrapper, so existing except Exception logging still works</a:t>
            </a:r>
          </a:p>
          <a:p>
            <a:pPr/>
            <a:r>
              <a:t>Memory aid: stop = how many tries, wait = how long between,</a:t>
            </a:r>
          </a:p>
          <a:p>
            <a:pPr lvl="1"/>
            <a:r>
              <a:t>reraise = what error shape comes out the other end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3 — When the API Is Genuinely 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Retries exhausted after 3 attempts — all fail</a:t>
            </a:r>
          </a:p>
          <a:p>
            <a:pPr/>
            <a:r>
              <a:t>reraise=True hands back the original ConnectionError, not a wrapper</a:t>
            </a:r>
          </a:p>
          <a:p>
            <a:pPr/>
            <a:r>
              <a:t>In the real app: ingestion_service.py logs the error and re-raises it</a:t>
            </a:r>
          </a:p>
          <a:p>
            <a:pPr/>
            <a:r>
              <a:t>frontend utils.py catches it as a requests exception and shows</a:t>
            </a:r>
          </a:p>
          <a:p>
            <a:pPr lvl="1"/>
            <a:r>
              <a:t>a clean st.error message — the user sees an error, not a crash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@retry -&gt; Production File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ingestion_service.py and retrieval_service.py: exact same decorator,</a:t>
            </a:r>
          </a:p>
          <a:p>
            <a:pPr lvl="1"/>
            <a:r>
              <a:t>exact same parameters</a:t>
            </a:r>
          </a:p>
          <a:p>
            <a:pPr/>
            <a:r>
              <a:t>Stacked underneath @traceable(...) — the LangSmith hook from Week 6</a:t>
            </a:r>
          </a:p>
          <a:p>
            <a:pPr lvl="1"/>
            <a:r>
              <a:t>so a retried call still shows up as ONE traced run</a:t>
            </a:r>
          </a:p>
          <a:p>
            <a:pPr/>
            <a:r>
              <a:t>Discussion: why retry ingestion and retrieval specifically?</a:t>
            </a:r>
          </a:p>
          <a:p>
            <a:pPr lvl="1"/>
            <a:r>
              <a:t>Ingestion -&gt; embedding API rate limits, large-file timeouts</a:t>
            </a:r>
          </a:p>
          <a:p>
            <a:pPr lvl="1"/>
            <a:r>
              <a:t>Retrieval -&gt; LLM calls, Cohere reranker, FAISS index load from disk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Is a Pydantic Schema?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Pydantic Solves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Plain Python classes don't validate anything</a:t>
            </a:r>
          </a:p>
          <a:p>
            <a:pPr lvl="1"/>
            <a:r>
              <a:t>wrong types are accepted silently</a:t>
            </a:r>
          </a:p>
          <a:p>
            <a:pPr/>
            <a:r>
              <a:t>The bug surfaces later, deep in the code, far from the actual mistake</a:t>
            </a:r>
          </a:p>
          <a:p>
            <a:pPr/>
            <a:r>
              <a:t>Pydantic validates data AT THE BOUNDARY — the moment it enters the system</a:t>
            </a:r>
          </a:p>
          <a:p>
            <a:pPr/>
            <a:r>
              <a:t>Example: question=123 silently becomes an int -&gt; crashes 3 calls</a:t>
            </a:r>
          </a:p>
          <a:p>
            <a:pPr lvl="1"/>
            <a:r>
              <a:t>later on .split(), nowhere near where the real mistake happened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1 — A Plain Class Hides a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/>
            </a:pPr>
            <a:r>
              <a:t>Nothing here raised an error. That silence is the whole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4206240"/>
          </a:xfrm>
          <a:prstGeom prst="rect">
            <a:avLst/>
          </a:prstGeom>
          <a:solidFill>
            <a:srgbClr val="1E1E1E"/>
          </a:solidFill>
        </p:spPr>
        <p:txBody>
          <a:bodyPr wrap="square">
            <a:spAutoFit/>
          </a:bodyPr>
          <a:lstStyle/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class PlainQueryRequest: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    def __init__(self, question, embedding_model, retriever_type):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        self.question = question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        ...</a:t>
            </a:r>
          </a:p>
          <a:p>
            <a:pPr>
              <a:defRPr sz="1600">
                <a:latin typeface="Consolas"/>
              </a:defRPr>
            </a:pP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bad_request = PlainQueryRequest(question=123, embedding_model="OpenAI", ...)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print(type(bad_request.question))   # &lt;class 'int'&gt;  -- nothing complained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2 — Same Shape, with Pydantic's BaseModel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i="1"/>
            </a:pPr>
            <a:r>
              <a:t>Pydantic coerces compatible types, but rejects values it can't make sense of.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4206240"/>
          </a:xfrm>
          <a:prstGeom prst="rect">
            <a:avLst/>
          </a:prstGeom>
          <a:solidFill>
            <a:srgbClr val="1E1E1E"/>
          </a:solidFill>
        </p:spPr>
        <p:txBody>
          <a:bodyPr wrap="square">
            <a:spAutoFit/>
          </a:bodyPr>
          <a:lstStyle/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class QueryRequest(BaseModel):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    question: str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    embedding_model: str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    retriever_type: str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    top_k: int = 5</a:t>
            </a:r>
          </a:p>
          <a:p>
            <a:pPr>
              <a:defRPr sz="1600">
                <a:latin typeface="Consolas"/>
              </a:defRPr>
            </a:pP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QueryRequest(question="...", embedding_model="OpenAI",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             retriever_type="FAISS Retriever")        # top_k defaults to 5</a:t>
            </a:r>
          </a:p>
          <a:p>
            <a:pPr>
              <a:defRPr sz="1600">
                <a:latin typeface="Consolas"/>
              </a:defRPr>
            </a:pP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QueryRequest(..., top_k="five")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# ValidationError: top_k</a:t>
            </a:r>
          </a:p>
          <a:p>
            <a:pPr>
              <a:defRPr sz="1600">
                <a:latin typeface="Consolas"/>
              </a:defRPr>
            </a:pPr>
            <a:r>
              <a:rPr>
                <a:solidFill>
                  <a:srgbClr val="D4D4D4"/>
                </a:solidFill>
              </a:rPr>
              <a:t>#   Input should be a valid integer, unable to parse string as an integer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Uses This Exact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def retrieve(request: QueryRequest) — FastAPI validates incoming JSON</a:t>
            </a:r>
          </a:p>
          <a:p>
            <a:pPr lvl="1"/>
            <a:r>
              <a:t>against this model before your function body even runs</a:t>
            </a:r>
          </a:p>
          <a:p>
            <a:pPr/>
            <a:r>
              <a:t>Missing field or wrong type -&gt; clean 422 to the client, not a server crash</a:t>
            </a:r>
          </a:p>
          <a:p>
            <a:pPr/>
            <a:r>
              <a:t>A response model works the same way in reverse — guarantees what</a:t>
            </a:r>
          </a:p>
          <a:p>
            <a:pPr lvl="1"/>
            <a:r>
              <a:t>you send back always matches the shape you promised</a:t>
            </a:r>
          </a:p>
          <a:p>
            <a:pPr/>
            <a:r>
              <a:t>Callback: the /docs Swagger UI form is generated directly from</a:t>
            </a:r>
          </a:p>
          <a:p>
            <a:pPr lvl="1"/>
            <a:r>
              <a:t>these BaseModel classes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QueryResponse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class QueryResponse(BaseModel):</a:t>
            </a:r>
          </a:p>
          <a:p>
            <a:pPr lvl="1"/>
            <a:r>
              <a:t>answer: str</a:t>
            </a:r>
          </a:p>
          <a:p>
            <a:pPr lvl="1"/>
            <a:r>
              <a:t>answer_texts: list</a:t>
            </a:r>
          </a:p>
          <a:p>
            <a:pPr lvl="1"/>
            <a:r>
              <a:t>evaluation_metric: dict</a:t>
            </a:r>
          </a:p>
          <a:p>
            <a:pPr/>
            <a:r>
              <a:t>model_dump_json() -&gt; exact shape utils.py's retrieve_answer() expects</a:t>
            </a:r>
          </a:p>
          <a:p>
            <a:pPr/>
            <a:r>
              <a:t>Caveat: the schema protects the backend from bad data —</a:t>
            </a:r>
          </a:p>
          <a:p>
            <a:pPr lvl="1"/>
            <a:r>
              <a:t>it does NOT protect against a frontend/backend key-name mismatch</a:t>
            </a:r>
          </a:p>
          <a:p>
            <a:pPr lvl="1"/>
            <a:r>
              <a:t>keeping the two in sync is still on us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BaseSettings — Pydantic for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config.py uses BaseSettings, not plain BaseModel</a:t>
            </a:r>
          </a:p>
          <a:p>
            <a:pPr/>
            <a:r>
              <a:t>Same validation engine, but values come from environment</a:t>
            </a:r>
          </a:p>
          <a:p>
            <a:pPr lvl="1"/>
            <a:r>
              <a:t>variables / a .env file instead of code</a:t>
            </a:r>
          </a:p>
          <a:p>
            <a:pPr/>
            <a:r>
              <a:t>Field("", env="VAR_NAME") — same pattern used for OPENAI_API_KEY,</a:t>
            </a:r>
          </a:p>
          <a:p>
            <a:pPr lvl="1"/>
            <a:r>
              <a:t>COHERE_API_KEY, LANGSMITH_API_KEY</a:t>
            </a:r>
          </a:p>
          <a:p>
            <a:pPr/>
            <a:r>
              <a:t>Missing .env value -&gt; falls back to the declared default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Pydantic -&gt; Production File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src/shared/schemas.py — exactly QueryRequest / QueryResponse,</a:t>
            </a:r>
          </a:p>
          <a:p>
            <a:pPr lvl="1"/>
            <a:r>
              <a:t>just like our demo</a:t>
            </a:r>
          </a:p>
          <a:p>
            <a:pPr/>
            <a:r>
              <a:t>src/backend/core/config.py — exactly BaseSettings, reading API</a:t>
            </a:r>
          </a:p>
          <a:p>
            <a:pPr lvl="1"/>
            <a:r>
              <a:t>keys from .env</a:t>
            </a:r>
          </a:p>
          <a:p>
            <a:pPr/>
            <a:r>
              <a:t>Note: REFERENCE_QUESTION / REFERENCE_ANSWER are hardcoded strings</a:t>
            </a:r>
          </a:p>
          <a:p>
            <a:pPr lvl="1"/>
            <a:r>
              <a:t>here, not env-driven — ties back to the RAGAS discussion</a:t>
            </a:r>
          </a:p>
          <a:p>
            <a:pPr/>
            <a:r>
              <a:t>Discussion: what if routes.py took a raw dict instead of QueryRequest?</a:t>
            </a:r>
          </a:p>
          <a:p>
            <a:pPr lvl="1"/>
            <a:r>
              <a:t>a typo like "qustion" would silently produce None deep in the</a:t>
            </a:r>
          </a:p>
          <a:p>
            <a:pPr lvl="1"/>
            <a:r>
              <a:t>pipeline instead of failing loudly at the API boundary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Now Walk Through the Real Production Files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603504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Notebook 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600"/>
                      </a:pPr>
                      <a:r>
                        <a:t>Open This File Now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RAGAS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Part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src/backend/evaluation/ragas_eval.py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@retry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Part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ingestion_service.py, retrieval_service.py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Pydantic schemas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Part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src/shared/schemas.py, core/config.py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/>
            </a:pPr>
            <a:r>
              <a:t>For each file: what did we just build by hand, and where is the exact same idea sitting in production code?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One-Sentence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Cold, no notes — one sentence each:</a:t>
            </a:r>
          </a:p>
          <a:p>
            <a:pPr lvl="1"/>
            <a:r>
              <a:t>What is RAGAS?</a:t>
            </a:r>
          </a:p>
          <a:p>
            <a:pPr lvl="1"/>
            <a:r>
              <a:t>What does @retry do?</a:t>
            </a:r>
          </a:p>
          <a:p>
            <a:pPr lvl="1"/>
            <a:r>
              <a:t>What is a Pydantic schema?</a:t>
            </a:r>
          </a:p>
          <a:p>
            <a:pPr/>
            <a:r>
              <a:t>By the end, ragas_eval.py, ingestion_service.py, and schemas.py</a:t>
            </a:r>
          </a:p>
          <a:p>
            <a:pPr lvl="1"/>
            <a:r>
              <a:t>should feel familiar, not new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346492"/>
      </a:accent1>
      <a:accent2>
        <a:srgbClr val="6DA5D4"/>
      </a:accent2>
      <a:accent3>
        <a:srgbClr val="538C79"/>
      </a:accent3>
      <a:accent4>
        <a:srgbClr val="93B75D"/>
      </a:accent4>
      <a:accent5>
        <a:srgbClr val="DEB050"/>
      </a:accent5>
      <a:accent6>
        <a:srgbClr val="BB5354"/>
      </a:accent6>
      <a:hlink>
        <a:srgbClr val="3289DD"/>
      </a:hlink>
      <a:folHlink>
        <a:srgbClr val="859EB6"/>
      </a:folHlink>
    </a:clrScheme>
    <a:fontScheme name="Custom 1">
      <a:majorFont>
        <a:latin typeface="DM Sans"/>
        <a:ea typeface=""/>
        <a:cs typeface=""/>
      </a:majorFont>
      <a:minorFont>
        <a:latin typeface="DM Sans"/>
        <a:ea typeface=""/>
        <a:cs typeface="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E3530EC-BA5B-407C-9B36-00820F3955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17364</TotalTime>
  <Words>941</Words>
  <Application>Microsoft Office PowerPoint</Application>
  <PresentationFormat>Widescreen</PresentationFormat>
  <Paragraphs>906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DM Sans</vt:lpstr>
      <vt:lpstr>Wingdings</vt:lpstr>
      <vt:lpstr>Main Event</vt:lpstr>
      <vt:lpstr>Multi-Document AI Assistant Building End-to-End RAG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R, Sarveshwaran</dc:creator>
  <cp:lastModifiedBy>R, Sarveshwaran</cp:lastModifiedBy>
  <cp:revision>425</cp:revision>
  <dcterms:created xsi:type="dcterms:W3CDTF">2024-06-23T07:39:34Z</dcterms:created>
  <dcterms:modified xsi:type="dcterms:W3CDTF">2026-06-14T14:05:21Z</dcterms:modified>
</cp:coreProperties>
</file>