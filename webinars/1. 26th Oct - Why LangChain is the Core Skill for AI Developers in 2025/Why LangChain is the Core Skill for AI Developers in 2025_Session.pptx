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6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1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56" r:id="rId2"/>
    <p:sldId id="271" r:id="rId3"/>
    <p:sldId id="266" r:id="rId4"/>
    <p:sldId id="258" r:id="rId5"/>
    <p:sldId id="259" r:id="rId6"/>
    <p:sldId id="260" r:id="rId7"/>
    <p:sldId id="261" r:id="rId8"/>
    <p:sldId id="262" r:id="rId9"/>
    <p:sldId id="263" r:id="rId10"/>
    <p:sldId id="267" r:id="rId11"/>
    <p:sldId id="268" r:id="rId12"/>
    <p:sldId id="269" r:id="rId13"/>
    <p:sldId id="270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C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48767" autoAdjust="0"/>
  </p:normalViewPr>
  <p:slideViewPr>
    <p:cSldViewPr snapToGrid="0">
      <p:cViewPr varScale="1">
        <p:scale>
          <a:sx n="43" d="100"/>
          <a:sy n="43" d="100"/>
        </p:scale>
        <p:origin x="1947" y="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4" Type="http://schemas.openxmlformats.org/officeDocument/2006/relationships/image" Target="../media/image11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10" Type="http://schemas.openxmlformats.org/officeDocument/2006/relationships/image" Target="../media/image21.svg"/><Relationship Id="rId4" Type="http://schemas.openxmlformats.org/officeDocument/2006/relationships/image" Target="../media/image15.svg"/><Relationship Id="rId9" Type="http://schemas.openxmlformats.org/officeDocument/2006/relationships/image" Target="../media/image20.pn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4" Type="http://schemas.openxmlformats.org/officeDocument/2006/relationships/image" Target="../media/image11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10" Type="http://schemas.openxmlformats.org/officeDocument/2006/relationships/image" Target="../media/image21.svg"/><Relationship Id="rId4" Type="http://schemas.openxmlformats.org/officeDocument/2006/relationships/image" Target="../media/image15.svg"/><Relationship Id="rId9" Type="http://schemas.openxmlformats.org/officeDocument/2006/relationships/image" Target="../media/image20.pn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5CD16EA-8677-4D35-9CC2-EA433E8D9A75}" type="doc">
      <dgm:prSet loTypeId="urn:microsoft.com/office/officeart/2005/8/layout/hierarchy1" loCatId="hierarchy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BB2FF17A-9656-45C8-AC17-8FC588023059}">
      <dgm:prSet/>
      <dgm:spPr/>
      <dgm:t>
        <a:bodyPr/>
        <a:lstStyle/>
        <a:p>
          <a:r>
            <a:rPr lang="en-US"/>
            <a:t>You can chat with models- but can you </a:t>
          </a:r>
          <a:r>
            <a:rPr lang="en-US" i="1"/>
            <a:t>build with them</a:t>
          </a:r>
          <a:endParaRPr lang="en-US"/>
        </a:p>
      </dgm:t>
    </dgm:pt>
    <dgm:pt modelId="{31F13EDA-0134-45AE-9828-959D182158A1}" type="parTrans" cxnId="{678ABC17-D85C-463B-AB83-9ED80C631F63}">
      <dgm:prSet/>
      <dgm:spPr/>
      <dgm:t>
        <a:bodyPr/>
        <a:lstStyle/>
        <a:p>
          <a:endParaRPr lang="en-US"/>
        </a:p>
      </dgm:t>
    </dgm:pt>
    <dgm:pt modelId="{B8F99718-4CDC-4987-90E6-0625A7F337E5}" type="sibTrans" cxnId="{678ABC17-D85C-463B-AB83-9ED80C631F63}">
      <dgm:prSet/>
      <dgm:spPr/>
      <dgm:t>
        <a:bodyPr/>
        <a:lstStyle/>
        <a:p>
          <a:endParaRPr lang="en-US"/>
        </a:p>
      </dgm:t>
    </dgm:pt>
    <dgm:pt modelId="{7B5D2544-EB24-4E09-B03B-0FF3B6E8DE57}">
      <dgm:prSet/>
      <dgm:spPr/>
      <dgm:t>
        <a:bodyPr/>
        <a:lstStyle/>
        <a:p>
          <a:r>
            <a:rPr lang="en-US"/>
            <a:t>The real challenge: making AI apps that understand </a:t>
          </a:r>
          <a:r>
            <a:rPr lang="en-US" b="1"/>
            <a:t>your data</a:t>
          </a:r>
          <a:r>
            <a:rPr lang="en-US"/>
            <a:t>, use </a:t>
          </a:r>
          <a:r>
            <a:rPr lang="en-US" b="1"/>
            <a:t>tools</a:t>
          </a:r>
          <a:r>
            <a:rPr lang="en-US"/>
            <a:t>, and give </a:t>
          </a:r>
          <a:r>
            <a:rPr lang="en-US" b="1"/>
            <a:t>consistent results</a:t>
          </a:r>
          <a:endParaRPr lang="en-US"/>
        </a:p>
      </dgm:t>
    </dgm:pt>
    <dgm:pt modelId="{A2F527E8-32F8-4BB9-BF05-75CC57BB1504}" type="parTrans" cxnId="{7D73352F-6ADD-4F67-93A8-56FF43CEF5DE}">
      <dgm:prSet/>
      <dgm:spPr/>
      <dgm:t>
        <a:bodyPr/>
        <a:lstStyle/>
        <a:p>
          <a:endParaRPr lang="en-US"/>
        </a:p>
      </dgm:t>
    </dgm:pt>
    <dgm:pt modelId="{28C14A03-F857-40A0-BB96-C642A330203B}" type="sibTrans" cxnId="{7D73352F-6ADD-4F67-93A8-56FF43CEF5DE}">
      <dgm:prSet/>
      <dgm:spPr/>
      <dgm:t>
        <a:bodyPr/>
        <a:lstStyle/>
        <a:p>
          <a:endParaRPr lang="en-US"/>
        </a:p>
      </dgm:t>
    </dgm:pt>
    <dgm:pt modelId="{BEC1D1AB-B3D6-4CEE-84F1-B83BE3BEB5C9}">
      <dgm:prSet/>
      <dgm:spPr/>
      <dgm:t>
        <a:bodyPr/>
        <a:lstStyle/>
        <a:p>
          <a:r>
            <a:rPr lang="en-US"/>
            <a:t>That’s where </a:t>
          </a:r>
          <a:r>
            <a:rPr lang="en-US" b="1"/>
            <a:t>LangChain</a:t>
          </a:r>
          <a:r>
            <a:rPr lang="en-US"/>
            <a:t> comes in.</a:t>
          </a:r>
        </a:p>
      </dgm:t>
    </dgm:pt>
    <dgm:pt modelId="{4776F9A1-80D2-4698-BA96-BB9565B934BC}" type="parTrans" cxnId="{3F20B93A-7F68-4AE6-B112-D1F9B2F1A38C}">
      <dgm:prSet/>
      <dgm:spPr/>
      <dgm:t>
        <a:bodyPr/>
        <a:lstStyle/>
        <a:p>
          <a:endParaRPr lang="en-US"/>
        </a:p>
      </dgm:t>
    </dgm:pt>
    <dgm:pt modelId="{9A5CAFCE-D758-47AF-975C-B70660FBBA94}" type="sibTrans" cxnId="{3F20B93A-7F68-4AE6-B112-D1F9B2F1A38C}">
      <dgm:prSet/>
      <dgm:spPr/>
      <dgm:t>
        <a:bodyPr/>
        <a:lstStyle/>
        <a:p>
          <a:endParaRPr lang="en-US"/>
        </a:p>
      </dgm:t>
    </dgm:pt>
    <dgm:pt modelId="{68967580-68B4-420E-8BCB-182EB3558D7A}" type="pres">
      <dgm:prSet presAssocID="{35CD16EA-8677-4D35-9CC2-EA433E8D9A75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1F04D9A-74CE-44EC-B17A-269763495AF4}" type="pres">
      <dgm:prSet presAssocID="{BB2FF17A-9656-45C8-AC17-8FC588023059}" presName="hierRoot1" presStyleCnt="0"/>
      <dgm:spPr/>
    </dgm:pt>
    <dgm:pt modelId="{156DE5FE-FE66-43E4-84AA-C3E487837888}" type="pres">
      <dgm:prSet presAssocID="{BB2FF17A-9656-45C8-AC17-8FC588023059}" presName="composite" presStyleCnt="0"/>
      <dgm:spPr/>
    </dgm:pt>
    <dgm:pt modelId="{4A13CB52-785E-4353-B4BA-5D5B505234EC}" type="pres">
      <dgm:prSet presAssocID="{BB2FF17A-9656-45C8-AC17-8FC588023059}" presName="background" presStyleLbl="node0" presStyleIdx="0" presStyleCnt="3"/>
      <dgm:spPr/>
    </dgm:pt>
    <dgm:pt modelId="{9D423025-94D1-4797-83DF-C10D5EE55A52}" type="pres">
      <dgm:prSet presAssocID="{BB2FF17A-9656-45C8-AC17-8FC588023059}" presName="text" presStyleLbl="fgAcc0" presStyleIdx="0" presStyleCnt="3">
        <dgm:presLayoutVars>
          <dgm:chPref val="3"/>
        </dgm:presLayoutVars>
      </dgm:prSet>
      <dgm:spPr/>
    </dgm:pt>
    <dgm:pt modelId="{D9222F85-3964-4BF5-A72C-35C638779B34}" type="pres">
      <dgm:prSet presAssocID="{BB2FF17A-9656-45C8-AC17-8FC588023059}" presName="hierChild2" presStyleCnt="0"/>
      <dgm:spPr/>
    </dgm:pt>
    <dgm:pt modelId="{DBD60B24-8778-41C5-B5EC-FD09EDD5F7DD}" type="pres">
      <dgm:prSet presAssocID="{7B5D2544-EB24-4E09-B03B-0FF3B6E8DE57}" presName="hierRoot1" presStyleCnt="0"/>
      <dgm:spPr/>
    </dgm:pt>
    <dgm:pt modelId="{6436D90A-4A16-4B74-BED0-54A065CDCB8A}" type="pres">
      <dgm:prSet presAssocID="{7B5D2544-EB24-4E09-B03B-0FF3B6E8DE57}" presName="composite" presStyleCnt="0"/>
      <dgm:spPr/>
    </dgm:pt>
    <dgm:pt modelId="{0AF93F17-A251-4B75-ABC4-880BE5D986B7}" type="pres">
      <dgm:prSet presAssocID="{7B5D2544-EB24-4E09-B03B-0FF3B6E8DE57}" presName="background" presStyleLbl="node0" presStyleIdx="1" presStyleCnt="3"/>
      <dgm:spPr/>
    </dgm:pt>
    <dgm:pt modelId="{9BEA3777-CD17-4F70-A02F-B39C15C57584}" type="pres">
      <dgm:prSet presAssocID="{7B5D2544-EB24-4E09-B03B-0FF3B6E8DE57}" presName="text" presStyleLbl="fgAcc0" presStyleIdx="1" presStyleCnt="3">
        <dgm:presLayoutVars>
          <dgm:chPref val="3"/>
        </dgm:presLayoutVars>
      </dgm:prSet>
      <dgm:spPr/>
    </dgm:pt>
    <dgm:pt modelId="{DFBE9AA7-69FA-479F-87CF-6AB0AE2A944F}" type="pres">
      <dgm:prSet presAssocID="{7B5D2544-EB24-4E09-B03B-0FF3B6E8DE57}" presName="hierChild2" presStyleCnt="0"/>
      <dgm:spPr/>
    </dgm:pt>
    <dgm:pt modelId="{AB7864BC-5AB6-4180-801D-961B5DD974A5}" type="pres">
      <dgm:prSet presAssocID="{BEC1D1AB-B3D6-4CEE-84F1-B83BE3BEB5C9}" presName="hierRoot1" presStyleCnt="0"/>
      <dgm:spPr/>
    </dgm:pt>
    <dgm:pt modelId="{F7DB2BE0-AEC4-409D-BBEC-CD7D4467BDAD}" type="pres">
      <dgm:prSet presAssocID="{BEC1D1AB-B3D6-4CEE-84F1-B83BE3BEB5C9}" presName="composite" presStyleCnt="0"/>
      <dgm:spPr/>
    </dgm:pt>
    <dgm:pt modelId="{A59CA422-888D-4D59-93DA-DE30114A751D}" type="pres">
      <dgm:prSet presAssocID="{BEC1D1AB-B3D6-4CEE-84F1-B83BE3BEB5C9}" presName="background" presStyleLbl="node0" presStyleIdx="2" presStyleCnt="3"/>
      <dgm:spPr/>
    </dgm:pt>
    <dgm:pt modelId="{10265794-6347-495B-8A71-F503A636AF77}" type="pres">
      <dgm:prSet presAssocID="{BEC1D1AB-B3D6-4CEE-84F1-B83BE3BEB5C9}" presName="text" presStyleLbl="fgAcc0" presStyleIdx="2" presStyleCnt="3">
        <dgm:presLayoutVars>
          <dgm:chPref val="3"/>
        </dgm:presLayoutVars>
      </dgm:prSet>
      <dgm:spPr/>
    </dgm:pt>
    <dgm:pt modelId="{E84BF7A8-82D3-4F96-BD50-487A3AFB8594}" type="pres">
      <dgm:prSet presAssocID="{BEC1D1AB-B3D6-4CEE-84F1-B83BE3BEB5C9}" presName="hierChild2" presStyleCnt="0"/>
      <dgm:spPr/>
    </dgm:pt>
  </dgm:ptLst>
  <dgm:cxnLst>
    <dgm:cxn modelId="{678ABC17-D85C-463B-AB83-9ED80C631F63}" srcId="{35CD16EA-8677-4D35-9CC2-EA433E8D9A75}" destId="{BB2FF17A-9656-45C8-AC17-8FC588023059}" srcOrd="0" destOrd="0" parTransId="{31F13EDA-0134-45AE-9828-959D182158A1}" sibTransId="{B8F99718-4CDC-4987-90E6-0625A7F337E5}"/>
    <dgm:cxn modelId="{90ED9921-0F12-4930-9541-535632F8D80A}" type="presOf" srcId="{BB2FF17A-9656-45C8-AC17-8FC588023059}" destId="{9D423025-94D1-4797-83DF-C10D5EE55A52}" srcOrd="0" destOrd="0" presId="urn:microsoft.com/office/officeart/2005/8/layout/hierarchy1"/>
    <dgm:cxn modelId="{7D73352F-6ADD-4F67-93A8-56FF43CEF5DE}" srcId="{35CD16EA-8677-4D35-9CC2-EA433E8D9A75}" destId="{7B5D2544-EB24-4E09-B03B-0FF3B6E8DE57}" srcOrd="1" destOrd="0" parTransId="{A2F527E8-32F8-4BB9-BF05-75CC57BB1504}" sibTransId="{28C14A03-F857-40A0-BB96-C642A330203B}"/>
    <dgm:cxn modelId="{3F20B93A-7F68-4AE6-B112-D1F9B2F1A38C}" srcId="{35CD16EA-8677-4D35-9CC2-EA433E8D9A75}" destId="{BEC1D1AB-B3D6-4CEE-84F1-B83BE3BEB5C9}" srcOrd="2" destOrd="0" parTransId="{4776F9A1-80D2-4698-BA96-BB9565B934BC}" sibTransId="{9A5CAFCE-D758-47AF-975C-B70660FBBA94}"/>
    <dgm:cxn modelId="{77D1BB71-E1C4-4104-A17A-7725D2CBEB22}" type="presOf" srcId="{BEC1D1AB-B3D6-4CEE-84F1-B83BE3BEB5C9}" destId="{10265794-6347-495B-8A71-F503A636AF77}" srcOrd="0" destOrd="0" presId="urn:microsoft.com/office/officeart/2005/8/layout/hierarchy1"/>
    <dgm:cxn modelId="{F6BC7A99-67CA-4EE6-B19E-05ECD7B1DEDE}" type="presOf" srcId="{7B5D2544-EB24-4E09-B03B-0FF3B6E8DE57}" destId="{9BEA3777-CD17-4F70-A02F-B39C15C57584}" srcOrd="0" destOrd="0" presId="urn:microsoft.com/office/officeart/2005/8/layout/hierarchy1"/>
    <dgm:cxn modelId="{333F859D-0F42-44F0-9719-54E081DF5B9C}" type="presOf" srcId="{35CD16EA-8677-4D35-9CC2-EA433E8D9A75}" destId="{68967580-68B4-420E-8BCB-182EB3558D7A}" srcOrd="0" destOrd="0" presId="urn:microsoft.com/office/officeart/2005/8/layout/hierarchy1"/>
    <dgm:cxn modelId="{57BFE0ED-6876-4EBC-9E4F-96DEF6FB5F1F}" type="presParOf" srcId="{68967580-68B4-420E-8BCB-182EB3558D7A}" destId="{71F04D9A-74CE-44EC-B17A-269763495AF4}" srcOrd="0" destOrd="0" presId="urn:microsoft.com/office/officeart/2005/8/layout/hierarchy1"/>
    <dgm:cxn modelId="{806AC6F8-DC11-4D57-824F-9ACAC881B8F1}" type="presParOf" srcId="{71F04D9A-74CE-44EC-B17A-269763495AF4}" destId="{156DE5FE-FE66-43E4-84AA-C3E487837888}" srcOrd="0" destOrd="0" presId="urn:microsoft.com/office/officeart/2005/8/layout/hierarchy1"/>
    <dgm:cxn modelId="{FC69722F-B1D1-49BA-9A99-3952B1920091}" type="presParOf" srcId="{156DE5FE-FE66-43E4-84AA-C3E487837888}" destId="{4A13CB52-785E-4353-B4BA-5D5B505234EC}" srcOrd="0" destOrd="0" presId="urn:microsoft.com/office/officeart/2005/8/layout/hierarchy1"/>
    <dgm:cxn modelId="{F992DE3B-D2CA-47AE-8396-DA3AE989E95C}" type="presParOf" srcId="{156DE5FE-FE66-43E4-84AA-C3E487837888}" destId="{9D423025-94D1-4797-83DF-C10D5EE55A52}" srcOrd="1" destOrd="0" presId="urn:microsoft.com/office/officeart/2005/8/layout/hierarchy1"/>
    <dgm:cxn modelId="{660941A8-B9A2-4632-8839-C6C5C445CAD3}" type="presParOf" srcId="{71F04D9A-74CE-44EC-B17A-269763495AF4}" destId="{D9222F85-3964-4BF5-A72C-35C638779B34}" srcOrd="1" destOrd="0" presId="urn:microsoft.com/office/officeart/2005/8/layout/hierarchy1"/>
    <dgm:cxn modelId="{B451E02C-D992-40EA-8F50-66A1BF8FF366}" type="presParOf" srcId="{68967580-68B4-420E-8BCB-182EB3558D7A}" destId="{DBD60B24-8778-41C5-B5EC-FD09EDD5F7DD}" srcOrd="1" destOrd="0" presId="urn:microsoft.com/office/officeart/2005/8/layout/hierarchy1"/>
    <dgm:cxn modelId="{A877C0B1-1EA7-483F-97B7-8BADA1370E3F}" type="presParOf" srcId="{DBD60B24-8778-41C5-B5EC-FD09EDD5F7DD}" destId="{6436D90A-4A16-4B74-BED0-54A065CDCB8A}" srcOrd="0" destOrd="0" presId="urn:microsoft.com/office/officeart/2005/8/layout/hierarchy1"/>
    <dgm:cxn modelId="{41715580-E68C-4D84-8E70-C40B302D5E1C}" type="presParOf" srcId="{6436D90A-4A16-4B74-BED0-54A065CDCB8A}" destId="{0AF93F17-A251-4B75-ABC4-880BE5D986B7}" srcOrd="0" destOrd="0" presId="urn:microsoft.com/office/officeart/2005/8/layout/hierarchy1"/>
    <dgm:cxn modelId="{35F0539C-A025-41B4-B1DD-B13EAACF06F0}" type="presParOf" srcId="{6436D90A-4A16-4B74-BED0-54A065CDCB8A}" destId="{9BEA3777-CD17-4F70-A02F-B39C15C57584}" srcOrd="1" destOrd="0" presId="urn:microsoft.com/office/officeart/2005/8/layout/hierarchy1"/>
    <dgm:cxn modelId="{C2ABB6A3-611D-4281-AB3E-4042036B456A}" type="presParOf" srcId="{DBD60B24-8778-41C5-B5EC-FD09EDD5F7DD}" destId="{DFBE9AA7-69FA-479F-87CF-6AB0AE2A944F}" srcOrd="1" destOrd="0" presId="urn:microsoft.com/office/officeart/2005/8/layout/hierarchy1"/>
    <dgm:cxn modelId="{C379FF23-93CA-46D0-AA7A-D32C75742A87}" type="presParOf" srcId="{68967580-68B4-420E-8BCB-182EB3558D7A}" destId="{AB7864BC-5AB6-4180-801D-961B5DD974A5}" srcOrd="2" destOrd="0" presId="urn:microsoft.com/office/officeart/2005/8/layout/hierarchy1"/>
    <dgm:cxn modelId="{DCF3A080-6572-405A-99D9-25F502CE89B2}" type="presParOf" srcId="{AB7864BC-5AB6-4180-801D-961B5DD974A5}" destId="{F7DB2BE0-AEC4-409D-BBEC-CD7D4467BDAD}" srcOrd="0" destOrd="0" presId="urn:microsoft.com/office/officeart/2005/8/layout/hierarchy1"/>
    <dgm:cxn modelId="{A1687404-FE18-4A85-9DA5-36CB39BE0684}" type="presParOf" srcId="{F7DB2BE0-AEC4-409D-BBEC-CD7D4467BDAD}" destId="{A59CA422-888D-4D59-93DA-DE30114A751D}" srcOrd="0" destOrd="0" presId="urn:microsoft.com/office/officeart/2005/8/layout/hierarchy1"/>
    <dgm:cxn modelId="{52DD6E89-DED0-4092-81C2-CF198C1AE553}" type="presParOf" srcId="{F7DB2BE0-AEC4-409D-BBEC-CD7D4467BDAD}" destId="{10265794-6347-495B-8A71-F503A636AF77}" srcOrd="1" destOrd="0" presId="urn:microsoft.com/office/officeart/2005/8/layout/hierarchy1"/>
    <dgm:cxn modelId="{11F4836A-D5DC-4E11-A685-40877AA66970}" type="presParOf" srcId="{AB7864BC-5AB6-4180-801D-961B5DD974A5}" destId="{E84BF7A8-82D3-4F96-BD50-487A3AFB8594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B7C6F3A-8142-4B36-8724-ED774DCF3521}" type="doc">
      <dgm:prSet loTypeId="urn:microsoft.com/office/officeart/2005/8/layout/cycle1" loCatId="cycle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7562BFCB-AF8B-4867-A4F1-F21E4D6E67F2}">
      <dgm:prSet/>
      <dgm:spPr/>
      <dgm:t>
        <a:bodyPr/>
        <a:lstStyle/>
        <a:p>
          <a:r>
            <a:rPr lang="en-IN"/>
            <a:t>No </a:t>
          </a:r>
          <a:r>
            <a:rPr lang="en-IN" b="1"/>
            <a:t>memory</a:t>
          </a:r>
          <a:r>
            <a:rPr lang="en-IN"/>
            <a:t> or personalization</a:t>
          </a:r>
          <a:endParaRPr lang="en-US"/>
        </a:p>
      </dgm:t>
    </dgm:pt>
    <dgm:pt modelId="{ACB8C282-DADC-49F2-BE4B-0EC10FB9F83A}" type="parTrans" cxnId="{CA1074C1-AADA-4465-81EE-71640FFD3FFD}">
      <dgm:prSet/>
      <dgm:spPr/>
      <dgm:t>
        <a:bodyPr/>
        <a:lstStyle/>
        <a:p>
          <a:endParaRPr lang="en-US"/>
        </a:p>
      </dgm:t>
    </dgm:pt>
    <dgm:pt modelId="{55592F30-3F3B-439C-A11A-55D29CC23E19}" type="sibTrans" cxnId="{CA1074C1-AADA-4465-81EE-71640FFD3FFD}">
      <dgm:prSet/>
      <dgm:spPr/>
      <dgm:t>
        <a:bodyPr/>
        <a:lstStyle/>
        <a:p>
          <a:endParaRPr lang="en-US"/>
        </a:p>
      </dgm:t>
    </dgm:pt>
    <dgm:pt modelId="{BC74F50A-11B1-4D00-8A8E-77056AF0130C}">
      <dgm:prSet/>
      <dgm:spPr/>
      <dgm:t>
        <a:bodyPr/>
        <a:lstStyle/>
        <a:p>
          <a:r>
            <a:rPr lang="en-US" b="1"/>
            <a:t>Can’t call APIs or fetch documents</a:t>
          </a:r>
          <a:endParaRPr lang="en-US"/>
        </a:p>
      </dgm:t>
    </dgm:pt>
    <dgm:pt modelId="{C6341AE1-31A5-4315-9AF0-337E3CC70A1F}" type="parTrans" cxnId="{16CA67EF-AC21-4740-A364-5D03F80101C9}">
      <dgm:prSet/>
      <dgm:spPr/>
      <dgm:t>
        <a:bodyPr/>
        <a:lstStyle/>
        <a:p>
          <a:endParaRPr lang="en-US"/>
        </a:p>
      </dgm:t>
    </dgm:pt>
    <dgm:pt modelId="{7C4BD007-3AD9-4493-8014-A9ABA1FD60FA}" type="sibTrans" cxnId="{16CA67EF-AC21-4740-A364-5D03F80101C9}">
      <dgm:prSet/>
      <dgm:spPr/>
      <dgm:t>
        <a:bodyPr/>
        <a:lstStyle/>
        <a:p>
          <a:endParaRPr lang="en-US"/>
        </a:p>
      </dgm:t>
    </dgm:pt>
    <dgm:pt modelId="{3D1C7FD2-372B-49F4-ABD9-1E2BF38D1C70}">
      <dgm:prSet/>
      <dgm:spPr/>
      <dgm:t>
        <a:bodyPr/>
        <a:lstStyle/>
        <a:p>
          <a:r>
            <a:rPr lang="en-US"/>
            <a:t>Struggles with </a:t>
          </a:r>
          <a:r>
            <a:rPr lang="en-US" b="1"/>
            <a:t>factual answers</a:t>
          </a:r>
          <a:r>
            <a:rPr lang="en-US"/>
            <a:t> or </a:t>
          </a:r>
          <a:r>
            <a:rPr lang="en-US" b="1"/>
            <a:t>custom tasks</a:t>
          </a:r>
          <a:endParaRPr lang="en-US"/>
        </a:p>
      </dgm:t>
    </dgm:pt>
    <dgm:pt modelId="{54F797A6-A6EE-44EF-8B7E-35B38B283469}" type="parTrans" cxnId="{0BCB90B2-CE0D-4725-BB74-961513BB9732}">
      <dgm:prSet/>
      <dgm:spPr/>
      <dgm:t>
        <a:bodyPr/>
        <a:lstStyle/>
        <a:p>
          <a:endParaRPr lang="en-US"/>
        </a:p>
      </dgm:t>
    </dgm:pt>
    <dgm:pt modelId="{D4CB58C8-4951-420C-90F9-6A9D2CD499E5}" type="sibTrans" cxnId="{0BCB90B2-CE0D-4725-BB74-961513BB9732}">
      <dgm:prSet/>
      <dgm:spPr/>
      <dgm:t>
        <a:bodyPr/>
        <a:lstStyle/>
        <a:p>
          <a:endParaRPr lang="en-US"/>
        </a:p>
      </dgm:t>
    </dgm:pt>
    <dgm:pt modelId="{9F424E77-8E13-4EC5-8417-3D48FFFDF5C7}" type="pres">
      <dgm:prSet presAssocID="{9B7C6F3A-8142-4B36-8724-ED774DCF3521}" presName="cycle" presStyleCnt="0">
        <dgm:presLayoutVars>
          <dgm:dir/>
          <dgm:resizeHandles val="exact"/>
        </dgm:presLayoutVars>
      </dgm:prSet>
      <dgm:spPr/>
    </dgm:pt>
    <dgm:pt modelId="{20E6208C-931B-4709-B012-9972B2C0C85F}" type="pres">
      <dgm:prSet presAssocID="{7562BFCB-AF8B-4867-A4F1-F21E4D6E67F2}" presName="dummy" presStyleCnt="0"/>
      <dgm:spPr/>
    </dgm:pt>
    <dgm:pt modelId="{7C5C5D88-1A14-44F1-9E67-0940050690A8}" type="pres">
      <dgm:prSet presAssocID="{7562BFCB-AF8B-4867-A4F1-F21E4D6E67F2}" presName="node" presStyleLbl="revTx" presStyleIdx="0" presStyleCnt="3">
        <dgm:presLayoutVars>
          <dgm:bulletEnabled val="1"/>
        </dgm:presLayoutVars>
      </dgm:prSet>
      <dgm:spPr/>
    </dgm:pt>
    <dgm:pt modelId="{04D3B6C6-3B7B-4A80-B545-F735795EFDF2}" type="pres">
      <dgm:prSet presAssocID="{55592F30-3F3B-439C-A11A-55D29CC23E19}" presName="sibTrans" presStyleLbl="node1" presStyleIdx="0" presStyleCnt="3"/>
      <dgm:spPr/>
    </dgm:pt>
    <dgm:pt modelId="{F785C26D-BF6D-4B5D-938F-B492D601C06F}" type="pres">
      <dgm:prSet presAssocID="{BC74F50A-11B1-4D00-8A8E-77056AF0130C}" presName="dummy" presStyleCnt="0"/>
      <dgm:spPr/>
    </dgm:pt>
    <dgm:pt modelId="{94917851-55AD-4B91-834A-4842E79F3EC8}" type="pres">
      <dgm:prSet presAssocID="{BC74F50A-11B1-4D00-8A8E-77056AF0130C}" presName="node" presStyleLbl="revTx" presStyleIdx="1" presStyleCnt="3">
        <dgm:presLayoutVars>
          <dgm:bulletEnabled val="1"/>
        </dgm:presLayoutVars>
      </dgm:prSet>
      <dgm:spPr/>
    </dgm:pt>
    <dgm:pt modelId="{D5A01BDA-9BDF-48DD-A3DA-1B7007F0CAC9}" type="pres">
      <dgm:prSet presAssocID="{7C4BD007-3AD9-4493-8014-A9ABA1FD60FA}" presName="sibTrans" presStyleLbl="node1" presStyleIdx="1" presStyleCnt="3"/>
      <dgm:spPr/>
    </dgm:pt>
    <dgm:pt modelId="{49EC0B88-6DC1-48BF-9653-91A5C14945EC}" type="pres">
      <dgm:prSet presAssocID="{3D1C7FD2-372B-49F4-ABD9-1E2BF38D1C70}" presName="dummy" presStyleCnt="0"/>
      <dgm:spPr/>
    </dgm:pt>
    <dgm:pt modelId="{7965EDED-178C-4E33-A301-0E53F48AEA2C}" type="pres">
      <dgm:prSet presAssocID="{3D1C7FD2-372B-49F4-ABD9-1E2BF38D1C70}" presName="node" presStyleLbl="revTx" presStyleIdx="2" presStyleCnt="3">
        <dgm:presLayoutVars>
          <dgm:bulletEnabled val="1"/>
        </dgm:presLayoutVars>
      </dgm:prSet>
      <dgm:spPr/>
    </dgm:pt>
    <dgm:pt modelId="{0865B99C-ADB1-438F-BCCC-FE3A900902A9}" type="pres">
      <dgm:prSet presAssocID="{D4CB58C8-4951-420C-90F9-6A9D2CD499E5}" presName="sibTrans" presStyleLbl="node1" presStyleIdx="2" presStyleCnt="3"/>
      <dgm:spPr/>
    </dgm:pt>
  </dgm:ptLst>
  <dgm:cxnLst>
    <dgm:cxn modelId="{27484814-42C0-424E-84E5-84973CD015C6}" type="presOf" srcId="{7C4BD007-3AD9-4493-8014-A9ABA1FD60FA}" destId="{D5A01BDA-9BDF-48DD-A3DA-1B7007F0CAC9}" srcOrd="0" destOrd="0" presId="urn:microsoft.com/office/officeart/2005/8/layout/cycle1"/>
    <dgm:cxn modelId="{A7D9D31F-5C1E-4B24-9B82-A07398FBAC82}" type="presOf" srcId="{55592F30-3F3B-439C-A11A-55D29CC23E19}" destId="{04D3B6C6-3B7B-4A80-B545-F735795EFDF2}" srcOrd="0" destOrd="0" presId="urn:microsoft.com/office/officeart/2005/8/layout/cycle1"/>
    <dgm:cxn modelId="{0FDA405E-E0C5-4D1A-8725-EB45B3A618FF}" type="presOf" srcId="{D4CB58C8-4951-420C-90F9-6A9D2CD499E5}" destId="{0865B99C-ADB1-438F-BCCC-FE3A900902A9}" srcOrd="0" destOrd="0" presId="urn:microsoft.com/office/officeart/2005/8/layout/cycle1"/>
    <dgm:cxn modelId="{8071BA47-45A6-443A-8953-47D6044D5C08}" type="presOf" srcId="{BC74F50A-11B1-4D00-8A8E-77056AF0130C}" destId="{94917851-55AD-4B91-834A-4842E79F3EC8}" srcOrd="0" destOrd="0" presId="urn:microsoft.com/office/officeart/2005/8/layout/cycle1"/>
    <dgm:cxn modelId="{15A9836F-3E73-4248-B586-2322825F1F70}" type="presOf" srcId="{9B7C6F3A-8142-4B36-8724-ED774DCF3521}" destId="{9F424E77-8E13-4EC5-8417-3D48FFFDF5C7}" srcOrd="0" destOrd="0" presId="urn:microsoft.com/office/officeart/2005/8/layout/cycle1"/>
    <dgm:cxn modelId="{CCABC474-77C3-4734-9F4B-1A7FA0B6150A}" type="presOf" srcId="{3D1C7FD2-372B-49F4-ABD9-1E2BF38D1C70}" destId="{7965EDED-178C-4E33-A301-0E53F48AEA2C}" srcOrd="0" destOrd="0" presId="urn:microsoft.com/office/officeart/2005/8/layout/cycle1"/>
    <dgm:cxn modelId="{B8E2EFAB-9686-4215-A331-6EB33170B497}" type="presOf" srcId="{7562BFCB-AF8B-4867-A4F1-F21E4D6E67F2}" destId="{7C5C5D88-1A14-44F1-9E67-0940050690A8}" srcOrd="0" destOrd="0" presId="urn:microsoft.com/office/officeart/2005/8/layout/cycle1"/>
    <dgm:cxn modelId="{0BCB90B2-CE0D-4725-BB74-961513BB9732}" srcId="{9B7C6F3A-8142-4B36-8724-ED774DCF3521}" destId="{3D1C7FD2-372B-49F4-ABD9-1E2BF38D1C70}" srcOrd="2" destOrd="0" parTransId="{54F797A6-A6EE-44EF-8B7E-35B38B283469}" sibTransId="{D4CB58C8-4951-420C-90F9-6A9D2CD499E5}"/>
    <dgm:cxn modelId="{CA1074C1-AADA-4465-81EE-71640FFD3FFD}" srcId="{9B7C6F3A-8142-4B36-8724-ED774DCF3521}" destId="{7562BFCB-AF8B-4867-A4F1-F21E4D6E67F2}" srcOrd="0" destOrd="0" parTransId="{ACB8C282-DADC-49F2-BE4B-0EC10FB9F83A}" sibTransId="{55592F30-3F3B-439C-A11A-55D29CC23E19}"/>
    <dgm:cxn modelId="{16CA67EF-AC21-4740-A364-5D03F80101C9}" srcId="{9B7C6F3A-8142-4B36-8724-ED774DCF3521}" destId="{BC74F50A-11B1-4D00-8A8E-77056AF0130C}" srcOrd="1" destOrd="0" parTransId="{C6341AE1-31A5-4315-9AF0-337E3CC70A1F}" sibTransId="{7C4BD007-3AD9-4493-8014-A9ABA1FD60FA}"/>
    <dgm:cxn modelId="{38F7FF4D-36C9-441C-BA9C-1134CAE0126C}" type="presParOf" srcId="{9F424E77-8E13-4EC5-8417-3D48FFFDF5C7}" destId="{20E6208C-931B-4709-B012-9972B2C0C85F}" srcOrd="0" destOrd="0" presId="urn:microsoft.com/office/officeart/2005/8/layout/cycle1"/>
    <dgm:cxn modelId="{D5ED6488-C45C-4A7D-BBBC-82153386B29C}" type="presParOf" srcId="{9F424E77-8E13-4EC5-8417-3D48FFFDF5C7}" destId="{7C5C5D88-1A14-44F1-9E67-0940050690A8}" srcOrd="1" destOrd="0" presId="urn:microsoft.com/office/officeart/2005/8/layout/cycle1"/>
    <dgm:cxn modelId="{3FDED612-6323-4543-A4FA-641D5AE8F4A5}" type="presParOf" srcId="{9F424E77-8E13-4EC5-8417-3D48FFFDF5C7}" destId="{04D3B6C6-3B7B-4A80-B545-F735795EFDF2}" srcOrd="2" destOrd="0" presId="urn:microsoft.com/office/officeart/2005/8/layout/cycle1"/>
    <dgm:cxn modelId="{BED9CB44-6FD4-43DB-AEB3-8793BF3005D3}" type="presParOf" srcId="{9F424E77-8E13-4EC5-8417-3D48FFFDF5C7}" destId="{F785C26D-BF6D-4B5D-938F-B492D601C06F}" srcOrd="3" destOrd="0" presId="urn:microsoft.com/office/officeart/2005/8/layout/cycle1"/>
    <dgm:cxn modelId="{B7B8A5F1-1DC3-4FEC-80BB-EE48B2211B43}" type="presParOf" srcId="{9F424E77-8E13-4EC5-8417-3D48FFFDF5C7}" destId="{94917851-55AD-4B91-834A-4842E79F3EC8}" srcOrd="4" destOrd="0" presId="urn:microsoft.com/office/officeart/2005/8/layout/cycle1"/>
    <dgm:cxn modelId="{1E4A560C-BAE9-484E-8AD5-8B0F697D4B4E}" type="presParOf" srcId="{9F424E77-8E13-4EC5-8417-3D48FFFDF5C7}" destId="{D5A01BDA-9BDF-48DD-A3DA-1B7007F0CAC9}" srcOrd="5" destOrd="0" presId="urn:microsoft.com/office/officeart/2005/8/layout/cycle1"/>
    <dgm:cxn modelId="{A713E52B-0940-4F1D-A16D-D385ECA7F1BD}" type="presParOf" srcId="{9F424E77-8E13-4EC5-8417-3D48FFFDF5C7}" destId="{49EC0B88-6DC1-48BF-9653-91A5C14945EC}" srcOrd="6" destOrd="0" presId="urn:microsoft.com/office/officeart/2005/8/layout/cycle1"/>
    <dgm:cxn modelId="{FA69FF15-0B31-43F7-94B8-4D1F24132D32}" type="presParOf" srcId="{9F424E77-8E13-4EC5-8417-3D48FFFDF5C7}" destId="{7965EDED-178C-4E33-A301-0E53F48AEA2C}" srcOrd="7" destOrd="0" presId="urn:microsoft.com/office/officeart/2005/8/layout/cycle1"/>
    <dgm:cxn modelId="{A046E47B-FA95-4329-A40F-6A6DA3D5C9B6}" type="presParOf" srcId="{9F424E77-8E13-4EC5-8417-3D48FFFDF5C7}" destId="{0865B99C-ADB1-438F-BCCC-FE3A900902A9}" srcOrd="8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730C21B-F009-456F-A191-B44543287EAF}" type="doc">
      <dgm:prSet loTypeId="urn:microsoft.com/office/officeart/2018/2/layout/IconVerticalSolidList" loCatId="icon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E800FDD7-3BB4-48B6-97CF-761D54AD665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 err="1"/>
            <a:t>LangChain</a:t>
          </a:r>
          <a:r>
            <a:rPr lang="en-US" dirty="0"/>
            <a:t> = the developer framework for building </a:t>
          </a:r>
          <a:r>
            <a:rPr lang="en-US" b="1" i="1" dirty="0"/>
            <a:t>context-aware, data-connected</a:t>
          </a:r>
          <a:endParaRPr lang="en-US" b="1" dirty="0"/>
        </a:p>
      </dgm:t>
    </dgm:pt>
    <dgm:pt modelId="{565DDEAE-3691-4685-BA56-9B159D6C6546}" type="parTrans" cxnId="{44A5C1FA-63D7-48D7-8887-10419AB3F4F3}">
      <dgm:prSet/>
      <dgm:spPr/>
      <dgm:t>
        <a:bodyPr/>
        <a:lstStyle/>
        <a:p>
          <a:endParaRPr lang="en-US"/>
        </a:p>
      </dgm:t>
    </dgm:pt>
    <dgm:pt modelId="{455CBD0C-4001-44BF-BF5F-338AA294BF4A}" type="sibTrans" cxnId="{44A5C1FA-63D7-48D7-8887-10419AB3F4F3}">
      <dgm:prSet/>
      <dgm:spPr/>
      <dgm:t>
        <a:bodyPr/>
        <a:lstStyle/>
        <a:p>
          <a:endParaRPr lang="en-US"/>
        </a:p>
      </dgm:t>
    </dgm:pt>
    <dgm:pt modelId="{2A627DE9-3613-43B7-854C-7A60EA373849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LLM 🔗 Prompts 🔗 Tools 🔗 Memory 🔗 Data</a:t>
          </a:r>
          <a:r>
            <a:rPr lang="en-US" i="1"/>
            <a:t>, tool-using AI apps.</a:t>
          </a:r>
          <a:endParaRPr lang="en-US"/>
        </a:p>
      </dgm:t>
    </dgm:pt>
    <dgm:pt modelId="{F39F0E68-CD6E-4AA5-9C77-ACC34B33BBE4}" type="parTrans" cxnId="{01BB7B2D-ECDA-45B0-9369-0E8713D79A66}">
      <dgm:prSet/>
      <dgm:spPr/>
      <dgm:t>
        <a:bodyPr/>
        <a:lstStyle/>
        <a:p>
          <a:endParaRPr lang="en-US"/>
        </a:p>
      </dgm:t>
    </dgm:pt>
    <dgm:pt modelId="{9D962E42-850F-4EB1-964E-19CDB1B4F433}" type="sibTrans" cxnId="{01BB7B2D-ECDA-45B0-9369-0E8713D79A66}">
      <dgm:prSet/>
      <dgm:spPr/>
      <dgm:t>
        <a:bodyPr/>
        <a:lstStyle/>
        <a:p>
          <a:endParaRPr lang="en-US"/>
        </a:p>
      </dgm:t>
    </dgm:pt>
    <dgm:pt modelId="{733AB53D-5512-4F37-838F-7E458CA0641F}" type="pres">
      <dgm:prSet presAssocID="{E730C21B-F009-456F-A191-B44543287EAF}" presName="root" presStyleCnt="0">
        <dgm:presLayoutVars>
          <dgm:dir/>
          <dgm:resizeHandles val="exact"/>
        </dgm:presLayoutVars>
      </dgm:prSet>
      <dgm:spPr/>
    </dgm:pt>
    <dgm:pt modelId="{59F0592D-01F4-4B7D-9FA8-B2C6FDFC235C}" type="pres">
      <dgm:prSet presAssocID="{E800FDD7-3BB4-48B6-97CF-761D54AD665B}" presName="compNode" presStyleCnt="0"/>
      <dgm:spPr/>
    </dgm:pt>
    <dgm:pt modelId="{EEEE9BB0-C1B8-4864-BA15-D2ED6FC3C3BB}" type="pres">
      <dgm:prSet presAssocID="{E800FDD7-3BB4-48B6-97CF-761D54AD665B}" presName="bgRect" presStyleLbl="bgShp" presStyleIdx="0" presStyleCnt="2"/>
      <dgm:spPr/>
    </dgm:pt>
    <dgm:pt modelId="{192D8487-3A33-4BAE-8FBD-82F88DC70DCC}" type="pres">
      <dgm:prSet presAssocID="{E800FDD7-3BB4-48B6-97CF-761D54AD665B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E8D00AB5-222A-4024-8DA0-D8FFB844F853}" type="pres">
      <dgm:prSet presAssocID="{E800FDD7-3BB4-48B6-97CF-761D54AD665B}" presName="spaceRect" presStyleCnt="0"/>
      <dgm:spPr/>
    </dgm:pt>
    <dgm:pt modelId="{B36B3121-DD85-4373-810D-6CBF106C2D8B}" type="pres">
      <dgm:prSet presAssocID="{E800FDD7-3BB4-48B6-97CF-761D54AD665B}" presName="parTx" presStyleLbl="revTx" presStyleIdx="0" presStyleCnt="2">
        <dgm:presLayoutVars>
          <dgm:chMax val="0"/>
          <dgm:chPref val="0"/>
        </dgm:presLayoutVars>
      </dgm:prSet>
      <dgm:spPr/>
    </dgm:pt>
    <dgm:pt modelId="{5E994F35-A0BF-47C0-AFD7-1B96523CEC09}" type="pres">
      <dgm:prSet presAssocID="{455CBD0C-4001-44BF-BF5F-338AA294BF4A}" presName="sibTrans" presStyleCnt="0"/>
      <dgm:spPr/>
    </dgm:pt>
    <dgm:pt modelId="{E28CA473-4A48-4C26-9826-3B0C20CA37C6}" type="pres">
      <dgm:prSet presAssocID="{2A627DE9-3613-43B7-854C-7A60EA373849}" presName="compNode" presStyleCnt="0"/>
      <dgm:spPr/>
    </dgm:pt>
    <dgm:pt modelId="{EF87F979-F692-432B-91F5-899586DE24A9}" type="pres">
      <dgm:prSet presAssocID="{2A627DE9-3613-43B7-854C-7A60EA373849}" presName="bgRect" presStyleLbl="bgShp" presStyleIdx="1" presStyleCnt="2"/>
      <dgm:spPr/>
    </dgm:pt>
    <dgm:pt modelId="{726818D9-63A0-46DA-9459-3D5DDB2273B1}" type="pres">
      <dgm:prSet presAssocID="{2A627DE9-3613-43B7-854C-7A60EA373849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24808DA9-C871-42A9-88D4-7E7F1CB4C150}" type="pres">
      <dgm:prSet presAssocID="{2A627DE9-3613-43B7-854C-7A60EA373849}" presName="spaceRect" presStyleCnt="0"/>
      <dgm:spPr/>
    </dgm:pt>
    <dgm:pt modelId="{69C3D1AF-514A-46E4-B759-C0EE2FA66220}" type="pres">
      <dgm:prSet presAssocID="{2A627DE9-3613-43B7-854C-7A60EA373849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DF972222-F1B7-4454-A62D-B595A76580FD}" type="presOf" srcId="{E730C21B-F009-456F-A191-B44543287EAF}" destId="{733AB53D-5512-4F37-838F-7E458CA0641F}" srcOrd="0" destOrd="0" presId="urn:microsoft.com/office/officeart/2018/2/layout/IconVerticalSolidList"/>
    <dgm:cxn modelId="{01BB7B2D-ECDA-45B0-9369-0E8713D79A66}" srcId="{E730C21B-F009-456F-A191-B44543287EAF}" destId="{2A627DE9-3613-43B7-854C-7A60EA373849}" srcOrd="1" destOrd="0" parTransId="{F39F0E68-CD6E-4AA5-9C77-ACC34B33BBE4}" sibTransId="{9D962E42-850F-4EB1-964E-19CDB1B4F433}"/>
    <dgm:cxn modelId="{54F9EB53-EBC1-4481-BAA6-9BADAC41E718}" type="presOf" srcId="{E800FDD7-3BB4-48B6-97CF-761D54AD665B}" destId="{B36B3121-DD85-4373-810D-6CBF106C2D8B}" srcOrd="0" destOrd="0" presId="urn:microsoft.com/office/officeart/2018/2/layout/IconVerticalSolidList"/>
    <dgm:cxn modelId="{94AE1393-BE04-4C36-9865-AC8A7222520C}" type="presOf" srcId="{2A627DE9-3613-43B7-854C-7A60EA373849}" destId="{69C3D1AF-514A-46E4-B759-C0EE2FA66220}" srcOrd="0" destOrd="0" presId="urn:microsoft.com/office/officeart/2018/2/layout/IconVerticalSolidList"/>
    <dgm:cxn modelId="{44A5C1FA-63D7-48D7-8887-10419AB3F4F3}" srcId="{E730C21B-F009-456F-A191-B44543287EAF}" destId="{E800FDD7-3BB4-48B6-97CF-761D54AD665B}" srcOrd="0" destOrd="0" parTransId="{565DDEAE-3691-4685-BA56-9B159D6C6546}" sibTransId="{455CBD0C-4001-44BF-BF5F-338AA294BF4A}"/>
    <dgm:cxn modelId="{3B1A9E22-AC02-4566-8F71-2F366E4FDDFD}" type="presParOf" srcId="{733AB53D-5512-4F37-838F-7E458CA0641F}" destId="{59F0592D-01F4-4B7D-9FA8-B2C6FDFC235C}" srcOrd="0" destOrd="0" presId="urn:microsoft.com/office/officeart/2018/2/layout/IconVerticalSolidList"/>
    <dgm:cxn modelId="{178D28E8-368A-47A7-A042-ED0634E1AD8D}" type="presParOf" srcId="{59F0592D-01F4-4B7D-9FA8-B2C6FDFC235C}" destId="{EEEE9BB0-C1B8-4864-BA15-D2ED6FC3C3BB}" srcOrd="0" destOrd="0" presId="urn:microsoft.com/office/officeart/2018/2/layout/IconVerticalSolidList"/>
    <dgm:cxn modelId="{87442751-001F-4A55-8A7F-D5D031DD9F4B}" type="presParOf" srcId="{59F0592D-01F4-4B7D-9FA8-B2C6FDFC235C}" destId="{192D8487-3A33-4BAE-8FBD-82F88DC70DCC}" srcOrd="1" destOrd="0" presId="urn:microsoft.com/office/officeart/2018/2/layout/IconVerticalSolidList"/>
    <dgm:cxn modelId="{769FDF5D-5A2B-4FF5-9868-57AC54AE329B}" type="presParOf" srcId="{59F0592D-01F4-4B7D-9FA8-B2C6FDFC235C}" destId="{E8D00AB5-222A-4024-8DA0-D8FFB844F853}" srcOrd="2" destOrd="0" presId="urn:microsoft.com/office/officeart/2018/2/layout/IconVerticalSolidList"/>
    <dgm:cxn modelId="{9BA6AF48-F948-4432-8F7D-4423B1663479}" type="presParOf" srcId="{59F0592D-01F4-4B7D-9FA8-B2C6FDFC235C}" destId="{B36B3121-DD85-4373-810D-6CBF106C2D8B}" srcOrd="3" destOrd="0" presId="urn:microsoft.com/office/officeart/2018/2/layout/IconVerticalSolidList"/>
    <dgm:cxn modelId="{D4E1CEC4-4F6F-4870-83E1-F0D0813D7D82}" type="presParOf" srcId="{733AB53D-5512-4F37-838F-7E458CA0641F}" destId="{5E994F35-A0BF-47C0-AFD7-1B96523CEC09}" srcOrd="1" destOrd="0" presId="urn:microsoft.com/office/officeart/2018/2/layout/IconVerticalSolidList"/>
    <dgm:cxn modelId="{A6BEE1D0-C435-4E7B-A70D-F8B084E981CE}" type="presParOf" srcId="{733AB53D-5512-4F37-838F-7E458CA0641F}" destId="{E28CA473-4A48-4C26-9826-3B0C20CA37C6}" srcOrd="2" destOrd="0" presId="urn:microsoft.com/office/officeart/2018/2/layout/IconVerticalSolidList"/>
    <dgm:cxn modelId="{4F0A509A-7CBC-431E-8B1C-2D69EBBA89B4}" type="presParOf" srcId="{E28CA473-4A48-4C26-9826-3B0C20CA37C6}" destId="{EF87F979-F692-432B-91F5-899586DE24A9}" srcOrd="0" destOrd="0" presId="urn:microsoft.com/office/officeart/2018/2/layout/IconVerticalSolidList"/>
    <dgm:cxn modelId="{953EFB91-F7AE-4BE3-96DB-2CDEB3FAE88A}" type="presParOf" srcId="{E28CA473-4A48-4C26-9826-3B0C20CA37C6}" destId="{726818D9-63A0-46DA-9459-3D5DDB2273B1}" srcOrd="1" destOrd="0" presId="urn:microsoft.com/office/officeart/2018/2/layout/IconVerticalSolidList"/>
    <dgm:cxn modelId="{C70884D0-1760-4DEE-BF2C-1857549860EE}" type="presParOf" srcId="{E28CA473-4A48-4C26-9826-3B0C20CA37C6}" destId="{24808DA9-C871-42A9-88D4-7E7F1CB4C150}" srcOrd="2" destOrd="0" presId="urn:microsoft.com/office/officeart/2018/2/layout/IconVerticalSolidList"/>
    <dgm:cxn modelId="{2832C3A4-59A8-48AF-ACE0-250A5C965D43}" type="presParOf" srcId="{E28CA473-4A48-4C26-9826-3B0C20CA37C6}" destId="{69C3D1AF-514A-46E4-B759-C0EE2FA6622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84AB655-CC09-4215-ADE3-EE16D5DAE243}" type="doc">
      <dgm:prSet loTypeId="urn:microsoft.com/office/officeart/2018/2/layout/IconVerticalSolidList" loCatId="icon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A71CE3D-7059-4B4B-A088-8D7EE9798AE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🔍 Chatbots with memory</a:t>
          </a:r>
        </a:p>
      </dgm:t>
    </dgm:pt>
    <dgm:pt modelId="{1402ED9D-D562-42C5-BBC9-4E04B3B87506}" type="parTrans" cxnId="{6BD69EC3-98EC-42D9-8585-EDB9295B02C2}">
      <dgm:prSet/>
      <dgm:spPr/>
      <dgm:t>
        <a:bodyPr/>
        <a:lstStyle/>
        <a:p>
          <a:endParaRPr lang="en-US"/>
        </a:p>
      </dgm:t>
    </dgm:pt>
    <dgm:pt modelId="{C7E1F4D4-0767-4223-9C18-C6F0887950DE}" type="sibTrans" cxnId="{6BD69EC3-98EC-42D9-8585-EDB9295B02C2}">
      <dgm:prSet/>
      <dgm:spPr/>
      <dgm:t>
        <a:bodyPr/>
        <a:lstStyle/>
        <a:p>
          <a:endParaRPr lang="en-US"/>
        </a:p>
      </dgm:t>
    </dgm:pt>
    <dgm:pt modelId="{63048C47-5EC7-4469-B954-69998856DA7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📚 RAG-based assistants</a:t>
          </a:r>
        </a:p>
      </dgm:t>
    </dgm:pt>
    <dgm:pt modelId="{682EED11-87D3-40DE-9E82-8B27F2615A81}" type="parTrans" cxnId="{6EFECE9E-9BFE-4031-B407-9C9A8FECAE25}">
      <dgm:prSet/>
      <dgm:spPr/>
      <dgm:t>
        <a:bodyPr/>
        <a:lstStyle/>
        <a:p>
          <a:endParaRPr lang="en-US"/>
        </a:p>
      </dgm:t>
    </dgm:pt>
    <dgm:pt modelId="{89DC9580-1C09-47EC-9EE2-1519594C6169}" type="sibTrans" cxnId="{6EFECE9E-9BFE-4031-B407-9C9A8FECAE25}">
      <dgm:prSet/>
      <dgm:spPr/>
      <dgm:t>
        <a:bodyPr/>
        <a:lstStyle/>
        <a:p>
          <a:endParaRPr lang="en-US"/>
        </a:p>
      </dgm:t>
    </dgm:pt>
    <dgm:pt modelId="{3515E111-F698-41EE-A532-CF2DC40BE81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🧠 Agents that use APIs</a:t>
          </a:r>
        </a:p>
      </dgm:t>
    </dgm:pt>
    <dgm:pt modelId="{23991A5B-2DF5-4F55-8439-34189E483E10}" type="parTrans" cxnId="{737D26C5-7640-462D-B506-57A04EC0129A}">
      <dgm:prSet/>
      <dgm:spPr/>
      <dgm:t>
        <a:bodyPr/>
        <a:lstStyle/>
        <a:p>
          <a:endParaRPr lang="en-US"/>
        </a:p>
      </dgm:t>
    </dgm:pt>
    <dgm:pt modelId="{C976F4EE-169D-4798-AE3F-661C9345B5EB}" type="sibTrans" cxnId="{737D26C5-7640-462D-B506-57A04EC0129A}">
      <dgm:prSet/>
      <dgm:spPr/>
      <dgm:t>
        <a:bodyPr/>
        <a:lstStyle/>
        <a:p>
          <a:endParaRPr lang="en-US"/>
        </a:p>
      </dgm:t>
    </dgm:pt>
    <dgm:pt modelId="{D496A73F-A2AD-4D9D-AF2A-1557D33CD9B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📊 Document summarizers</a:t>
          </a:r>
        </a:p>
      </dgm:t>
    </dgm:pt>
    <dgm:pt modelId="{337C051C-DAC7-455D-BBE8-2EF6A3A2E66C}" type="parTrans" cxnId="{322C9573-9004-4E46-82C2-3C99D706EAA6}">
      <dgm:prSet/>
      <dgm:spPr/>
      <dgm:t>
        <a:bodyPr/>
        <a:lstStyle/>
        <a:p>
          <a:endParaRPr lang="en-US"/>
        </a:p>
      </dgm:t>
    </dgm:pt>
    <dgm:pt modelId="{1E1E2A23-1584-4454-9181-3E961180E00A}" type="sibTrans" cxnId="{322C9573-9004-4E46-82C2-3C99D706EAA6}">
      <dgm:prSet/>
      <dgm:spPr/>
      <dgm:t>
        <a:bodyPr/>
        <a:lstStyle/>
        <a:p>
          <a:endParaRPr lang="en-US"/>
        </a:p>
      </dgm:t>
    </dgm:pt>
    <dgm:pt modelId="{47264BAF-B363-44DF-8F40-D77BE343710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💬 Email + content generators</a:t>
          </a:r>
        </a:p>
      </dgm:t>
    </dgm:pt>
    <dgm:pt modelId="{E290186D-65A2-452F-BAD7-ED9DE16EEDA8}" type="parTrans" cxnId="{5C0CF801-2240-4D57-AE89-A1A7E34BE22D}">
      <dgm:prSet/>
      <dgm:spPr/>
      <dgm:t>
        <a:bodyPr/>
        <a:lstStyle/>
        <a:p>
          <a:endParaRPr lang="en-US"/>
        </a:p>
      </dgm:t>
    </dgm:pt>
    <dgm:pt modelId="{643F84E4-836B-46C6-A6D8-7D85CE6955D6}" type="sibTrans" cxnId="{5C0CF801-2240-4D57-AE89-A1A7E34BE22D}">
      <dgm:prSet/>
      <dgm:spPr/>
      <dgm:t>
        <a:bodyPr/>
        <a:lstStyle/>
        <a:p>
          <a:endParaRPr lang="en-US"/>
        </a:p>
      </dgm:t>
    </dgm:pt>
    <dgm:pt modelId="{9266D712-0B95-4D2A-9DE6-628246876AC8}" type="pres">
      <dgm:prSet presAssocID="{C84AB655-CC09-4215-ADE3-EE16D5DAE243}" presName="root" presStyleCnt="0">
        <dgm:presLayoutVars>
          <dgm:dir/>
          <dgm:resizeHandles val="exact"/>
        </dgm:presLayoutVars>
      </dgm:prSet>
      <dgm:spPr/>
    </dgm:pt>
    <dgm:pt modelId="{1F1EA378-CB33-492B-BBD4-96EE05F46ECC}" type="pres">
      <dgm:prSet presAssocID="{2A71CE3D-7059-4B4B-A088-8D7EE9798AEE}" presName="compNode" presStyleCnt="0"/>
      <dgm:spPr/>
    </dgm:pt>
    <dgm:pt modelId="{5BEDD145-AD37-4451-B3E7-4ABE224B2C1E}" type="pres">
      <dgm:prSet presAssocID="{2A71CE3D-7059-4B4B-A088-8D7EE9798AEE}" presName="bgRect" presStyleLbl="bgShp" presStyleIdx="0" presStyleCnt="5"/>
      <dgm:spPr/>
    </dgm:pt>
    <dgm:pt modelId="{EE550DFF-44B1-42C2-B512-E2BF23D53137}" type="pres">
      <dgm:prSet presAssocID="{2A71CE3D-7059-4B4B-A088-8D7EE9798AEE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at Bubble"/>
        </a:ext>
      </dgm:extLst>
    </dgm:pt>
    <dgm:pt modelId="{5476A7E7-2223-4011-A05F-A2837917AB13}" type="pres">
      <dgm:prSet presAssocID="{2A71CE3D-7059-4B4B-A088-8D7EE9798AEE}" presName="spaceRect" presStyleCnt="0"/>
      <dgm:spPr/>
    </dgm:pt>
    <dgm:pt modelId="{B0AAAA56-05C4-41BE-A6B3-98EAABBB79C2}" type="pres">
      <dgm:prSet presAssocID="{2A71CE3D-7059-4B4B-A088-8D7EE9798AEE}" presName="parTx" presStyleLbl="revTx" presStyleIdx="0" presStyleCnt="5">
        <dgm:presLayoutVars>
          <dgm:chMax val="0"/>
          <dgm:chPref val="0"/>
        </dgm:presLayoutVars>
      </dgm:prSet>
      <dgm:spPr/>
    </dgm:pt>
    <dgm:pt modelId="{B486837A-F912-4769-843F-FFCF057A1F6C}" type="pres">
      <dgm:prSet presAssocID="{C7E1F4D4-0767-4223-9C18-C6F0887950DE}" presName="sibTrans" presStyleCnt="0"/>
      <dgm:spPr/>
    </dgm:pt>
    <dgm:pt modelId="{ADC9E72B-471F-4550-B3D9-97F16E381705}" type="pres">
      <dgm:prSet presAssocID="{63048C47-5EC7-4469-B954-69998856DA79}" presName="compNode" presStyleCnt="0"/>
      <dgm:spPr/>
    </dgm:pt>
    <dgm:pt modelId="{B2FE29E0-F43C-48FB-A4BF-DD34A0AE7C73}" type="pres">
      <dgm:prSet presAssocID="{63048C47-5EC7-4469-B954-69998856DA79}" presName="bgRect" presStyleLbl="bgShp" presStyleIdx="1" presStyleCnt="5"/>
      <dgm:spPr/>
    </dgm:pt>
    <dgm:pt modelId="{D02F93FD-98FA-4F78-8941-F189707B0CC4}" type="pres">
      <dgm:prSet presAssocID="{63048C47-5EC7-4469-B954-69998856DA79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oat"/>
        </a:ext>
      </dgm:extLst>
    </dgm:pt>
    <dgm:pt modelId="{5478C4B0-78F5-4CA4-B1BD-C531374A9BA9}" type="pres">
      <dgm:prSet presAssocID="{63048C47-5EC7-4469-B954-69998856DA79}" presName="spaceRect" presStyleCnt="0"/>
      <dgm:spPr/>
    </dgm:pt>
    <dgm:pt modelId="{9880AA9D-0545-44CB-B046-848E611E19C5}" type="pres">
      <dgm:prSet presAssocID="{63048C47-5EC7-4469-B954-69998856DA79}" presName="parTx" presStyleLbl="revTx" presStyleIdx="1" presStyleCnt="5">
        <dgm:presLayoutVars>
          <dgm:chMax val="0"/>
          <dgm:chPref val="0"/>
        </dgm:presLayoutVars>
      </dgm:prSet>
      <dgm:spPr/>
    </dgm:pt>
    <dgm:pt modelId="{B4EB8C45-B5E1-4599-A559-8DF5D805F596}" type="pres">
      <dgm:prSet presAssocID="{89DC9580-1C09-47EC-9EE2-1519594C6169}" presName="sibTrans" presStyleCnt="0"/>
      <dgm:spPr/>
    </dgm:pt>
    <dgm:pt modelId="{E77C769B-5A34-4875-8172-6763483FFBE5}" type="pres">
      <dgm:prSet presAssocID="{3515E111-F698-41EE-A532-CF2DC40BE81D}" presName="compNode" presStyleCnt="0"/>
      <dgm:spPr/>
    </dgm:pt>
    <dgm:pt modelId="{D0479FF0-F23E-4340-8F2F-4CC6A7700CCA}" type="pres">
      <dgm:prSet presAssocID="{3515E111-F698-41EE-A532-CF2DC40BE81D}" presName="bgRect" presStyleLbl="bgShp" presStyleIdx="2" presStyleCnt="5"/>
      <dgm:spPr/>
    </dgm:pt>
    <dgm:pt modelId="{96BF5DDD-E7A8-4DBA-88F9-A92AABD1BB03}" type="pres">
      <dgm:prSet presAssocID="{3515E111-F698-41EE-A532-CF2DC40BE81D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7CEDC83A-7A7F-4F66-AABF-0A4E3B5A3661}" type="pres">
      <dgm:prSet presAssocID="{3515E111-F698-41EE-A532-CF2DC40BE81D}" presName="spaceRect" presStyleCnt="0"/>
      <dgm:spPr/>
    </dgm:pt>
    <dgm:pt modelId="{5E2F14FB-FD62-4A1F-AF53-356DFD0084D0}" type="pres">
      <dgm:prSet presAssocID="{3515E111-F698-41EE-A532-CF2DC40BE81D}" presName="parTx" presStyleLbl="revTx" presStyleIdx="2" presStyleCnt="5">
        <dgm:presLayoutVars>
          <dgm:chMax val="0"/>
          <dgm:chPref val="0"/>
        </dgm:presLayoutVars>
      </dgm:prSet>
      <dgm:spPr/>
    </dgm:pt>
    <dgm:pt modelId="{54ECCCDE-AA36-41EB-814A-882E33D188EA}" type="pres">
      <dgm:prSet presAssocID="{C976F4EE-169D-4798-AE3F-661C9345B5EB}" presName="sibTrans" presStyleCnt="0"/>
      <dgm:spPr/>
    </dgm:pt>
    <dgm:pt modelId="{179F741B-4FE2-49A9-BBCB-5D5ACA8F8B7A}" type="pres">
      <dgm:prSet presAssocID="{D496A73F-A2AD-4D9D-AF2A-1557D33CD9B4}" presName="compNode" presStyleCnt="0"/>
      <dgm:spPr/>
    </dgm:pt>
    <dgm:pt modelId="{BEB31593-25EE-48B4-B510-DAB043F67ADB}" type="pres">
      <dgm:prSet presAssocID="{D496A73F-A2AD-4D9D-AF2A-1557D33CD9B4}" presName="bgRect" presStyleLbl="bgShp" presStyleIdx="3" presStyleCnt="5"/>
      <dgm:spPr/>
    </dgm:pt>
    <dgm:pt modelId="{7D1D3136-D290-43E3-9F33-8903151A734F}" type="pres">
      <dgm:prSet presAssocID="{D496A73F-A2AD-4D9D-AF2A-1557D33CD9B4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0C02C251-C8D5-4459-A613-521FA924F767}" type="pres">
      <dgm:prSet presAssocID="{D496A73F-A2AD-4D9D-AF2A-1557D33CD9B4}" presName="spaceRect" presStyleCnt="0"/>
      <dgm:spPr/>
    </dgm:pt>
    <dgm:pt modelId="{5916FC29-CF15-445F-8044-BFF52D81C992}" type="pres">
      <dgm:prSet presAssocID="{D496A73F-A2AD-4D9D-AF2A-1557D33CD9B4}" presName="parTx" presStyleLbl="revTx" presStyleIdx="3" presStyleCnt="5">
        <dgm:presLayoutVars>
          <dgm:chMax val="0"/>
          <dgm:chPref val="0"/>
        </dgm:presLayoutVars>
      </dgm:prSet>
      <dgm:spPr/>
    </dgm:pt>
    <dgm:pt modelId="{9F37F137-1F61-40CD-AB1B-2F7E9837347F}" type="pres">
      <dgm:prSet presAssocID="{1E1E2A23-1584-4454-9181-3E961180E00A}" presName="sibTrans" presStyleCnt="0"/>
      <dgm:spPr/>
    </dgm:pt>
    <dgm:pt modelId="{53D39A97-0D10-4AC2-9429-7B33773BDA32}" type="pres">
      <dgm:prSet presAssocID="{47264BAF-B363-44DF-8F40-D77BE3437103}" presName="compNode" presStyleCnt="0"/>
      <dgm:spPr/>
    </dgm:pt>
    <dgm:pt modelId="{FCDC97C6-1256-4297-A32B-0BA22FAA2DA0}" type="pres">
      <dgm:prSet presAssocID="{47264BAF-B363-44DF-8F40-D77BE3437103}" presName="bgRect" presStyleLbl="bgShp" presStyleIdx="4" presStyleCnt="5"/>
      <dgm:spPr/>
    </dgm:pt>
    <dgm:pt modelId="{5D0A37A5-AB47-4AF9-AF42-018A84D177CD}" type="pres">
      <dgm:prSet presAssocID="{47264BAF-B363-44DF-8F40-D77BE3437103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mail"/>
        </a:ext>
      </dgm:extLst>
    </dgm:pt>
    <dgm:pt modelId="{98B55C00-C47F-4FC5-B116-2E3AC5DB6968}" type="pres">
      <dgm:prSet presAssocID="{47264BAF-B363-44DF-8F40-D77BE3437103}" presName="spaceRect" presStyleCnt="0"/>
      <dgm:spPr/>
    </dgm:pt>
    <dgm:pt modelId="{EF316F49-642A-482E-A6F9-2C337183AAD1}" type="pres">
      <dgm:prSet presAssocID="{47264BAF-B363-44DF-8F40-D77BE3437103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5C0CF801-2240-4D57-AE89-A1A7E34BE22D}" srcId="{C84AB655-CC09-4215-ADE3-EE16D5DAE243}" destId="{47264BAF-B363-44DF-8F40-D77BE3437103}" srcOrd="4" destOrd="0" parTransId="{E290186D-65A2-452F-BAD7-ED9DE16EEDA8}" sibTransId="{643F84E4-836B-46C6-A6D8-7D85CE6955D6}"/>
    <dgm:cxn modelId="{06729503-AE61-4630-9987-72B3DE41BB73}" type="presOf" srcId="{2A71CE3D-7059-4B4B-A088-8D7EE9798AEE}" destId="{B0AAAA56-05C4-41BE-A6B3-98EAABBB79C2}" srcOrd="0" destOrd="0" presId="urn:microsoft.com/office/officeart/2018/2/layout/IconVerticalSolidList"/>
    <dgm:cxn modelId="{2245E62E-CEBE-431D-A452-8E7A66844A89}" type="presOf" srcId="{C84AB655-CC09-4215-ADE3-EE16D5DAE243}" destId="{9266D712-0B95-4D2A-9DE6-628246876AC8}" srcOrd="0" destOrd="0" presId="urn:microsoft.com/office/officeart/2018/2/layout/IconVerticalSolidList"/>
    <dgm:cxn modelId="{F735A736-EFF0-474C-9667-7EBF34169061}" type="presOf" srcId="{D496A73F-A2AD-4D9D-AF2A-1557D33CD9B4}" destId="{5916FC29-CF15-445F-8044-BFF52D81C992}" srcOrd="0" destOrd="0" presId="urn:microsoft.com/office/officeart/2018/2/layout/IconVerticalSolidList"/>
    <dgm:cxn modelId="{C5508969-3253-4FEE-A926-4AF56EBD0F16}" type="presOf" srcId="{3515E111-F698-41EE-A532-CF2DC40BE81D}" destId="{5E2F14FB-FD62-4A1F-AF53-356DFD0084D0}" srcOrd="0" destOrd="0" presId="urn:microsoft.com/office/officeart/2018/2/layout/IconVerticalSolidList"/>
    <dgm:cxn modelId="{322C9573-9004-4E46-82C2-3C99D706EAA6}" srcId="{C84AB655-CC09-4215-ADE3-EE16D5DAE243}" destId="{D496A73F-A2AD-4D9D-AF2A-1557D33CD9B4}" srcOrd="3" destOrd="0" parTransId="{337C051C-DAC7-455D-BBE8-2EF6A3A2E66C}" sibTransId="{1E1E2A23-1584-4454-9181-3E961180E00A}"/>
    <dgm:cxn modelId="{6EFECE9E-9BFE-4031-B407-9C9A8FECAE25}" srcId="{C84AB655-CC09-4215-ADE3-EE16D5DAE243}" destId="{63048C47-5EC7-4469-B954-69998856DA79}" srcOrd="1" destOrd="0" parTransId="{682EED11-87D3-40DE-9E82-8B27F2615A81}" sibTransId="{89DC9580-1C09-47EC-9EE2-1519594C6169}"/>
    <dgm:cxn modelId="{6BD69EC3-98EC-42D9-8585-EDB9295B02C2}" srcId="{C84AB655-CC09-4215-ADE3-EE16D5DAE243}" destId="{2A71CE3D-7059-4B4B-A088-8D7EE9798AEE}" srcOrd="0" destOrd="0" parTransId="{1402ED9D-D562-42C5-BBC9-4E04B3B87506}" sibTransId="{C7E1F4D4-0767-4223-9C18-C6F0887950DE}"/>
    <dgm:cxn modelId="{737D26C5-7640-462D-B506-57A04EC0129A}" srcId="{C84AB655-CC09-4215-ADE3-EE16D5DAE243}" destId="{3515E111-F698-41EE-A532-CF2DC40BE81D}" srcOrd="2" destOrd="0" parTransId="{23991A5B-2DF5-4F55-8439-34189E483E10}" sibTransId="{C976F4EE-169D-4798-AE3F-661C9345B5EB}"/>
    <dgm:cxn modelId="{CCB45CEB-C810-4DF2-8AB1-D83DBF8F75BE}" type="presOf" srcId="{47264BAF-B363-44DF-8F40-D77BE3437103}" destId="{EF316F49-642A-482E-A6F9-2C337183AAD1}" srcOrd="0" destOrd="0" presId="urn:microsoft.com/office/officeart/2018/2/layout/IconVerticalSolidList"/>
    <dgm:cxn modelId="{726EB3F8-71A6-4F36-B1C9-9F615A74D27F}" type="presOf" srcId="{63048C47-5EC7-4469-B954-69998856DA79}" destId="{9880AA9D-0545-44CB-B046-848E611E19C5}" srcOrd="0" destOrd="0" presId="urn:microsoft.com/office/officeart/2018/2/layout/IconVerticalSolidList"/>
    <dgm:cxn modelId="{8525AB09-B966-49C1-8BDA-62B15088924F}" type="presParOf" srcId="{9266D712-0B95-4D2A-9DE6-628246876AC8}" destId="{1F1EA378-CB33-492B-BBD4-96EE05F46ECC}" srcOrd="0" destOrd="0" presId="urn:microsoft.com/office/officeart/2018/2/layout/IconVerticalSolidList"/>
    <dgm:cxn modelId="{C611E350-7263-40EE-B6D7-7BD877361FF9}" type="presParOf" srcId="{1F1EA378-CB33-492B-BBD4-96EE05F46ECC}" destId="{5BEDD145-AD37-4451-B3E7-4ABE224B2C1E}" srcOrd="0" destOrd="0" presId="urn:microsoft.com/office/officeart/2018/2/layout/IconVerticalSolidList"/>
    <dgm:cxn modelId="{FDB7E563-6FF2-4758-8778-AF324610D1D7}" type="presParOf" srcId="{1F1EA378-CB33-492B-BBD4-96EE05F46ECC}" destId="{EE550DFF-44B1-42C2-B512-E2BF23D53137}" srcOrd="1" destOrd="0" presId="urn:microsoft.com/office/officeart/2018/2/layout/IconVerticalSolidList"/>
    <dgm:cxn modelId="{B9D687DC-53FA-4F7C-8BBD-4DEE0E31382F}" type="presParOf" srcId="{1F1EA378-CB33-492B-BBD4-96EE05F46ECC}" destId="{5476A7E7-2223-4011-A05F-A2837917AB13}" srcOrd="2" destOrd="0" presId="urn:microsoft.com/office/officeart/2018/2/layout/IconVerticalSolidList"/>
    <dgm:cxn modelId="{0C9BA588-D348-43CF-AE18-0D4124786D6B}" type="presParOf" srcId="{1F1EA378-CB33-492B-BBD4-96EE05F46ECC}" destId="{B0AAAA56-05C4-41BE-A6B3-98EAABBB79C2}" srcOrd="3" destOrd="0" presId="urn:microsoft.com/office/officeart/2018/2/layout/IconVerticalSolidList"/>
    <dgm:cxn modelId="{AC1F65D5-89CC-4DD4-AC98-AB21C7FF23C3}" type="presParOf" srcId="{9266D712-0B95-4D2A-9DE6-628246876AC8}" destId="{B486837A-F912-4769-843F-FFCF057A1F6C}" srcOrd="1" destOrd="0" presId="urn:microsoft.com/office/officeart/2018/2/layout/IconVerticalSolidList"/>
    <dgm:cxn modelId="{9EF06C82-5943-4B1A-B31A-13AD3D7A8CEE}" type="presParOf" srcId="{9266D712-0B95-4D2A-9DE6-628246876AC8}" destId="{ADC9E72B-471F-4550-B3D9-97F16E381705}" srcOrd="2" destOrd="0" presId="urn:microsoft.com/office/officeart/2018/2/layout/IconVerticalSolidList"/>
    <dgm:cxn modelId="{71FE3B27-D9FF-492B-AEC1-1C612F48A11E}" type="presParOf" srcId="{ADC9E72B-471F-4550-B3D9-97F16E381705}" destId="{B2FE29E0-F43C-48FB-A4BF-DD34A0AE7C73}" srcOrd="0" destOrd="0" presId="urn:microsoft.com/office/officeart/2018/2/layout/IconVerticalSolidList"/>
    <dgm:cxn modelId="{7F4ACA80-571D-498A-B462-7EFF74D66D5B}" type="presParOf" srcId="{ADC9E72B-471F-4550-B3D9-97F16E381705}" destId="{D02F93FD-98FA-4F78-8941-F189707B0CC4}" srcOrd="1" destOrd="0" presId="urn:microsoft.com/office/officeart/2018/2/layout/IconVerticalSolidList"/>
    <dgm:cxn modelId="{2D386816-590D-4DA6-ACF0-19901B5C7B9D}" type="presParOf" srcId="{ADC9E72B-471F-4550-B3D9-97F16E381705}" destId="{5478C4B0-78F5-4CA4-B1BD-C531374A9BA9}" srcOrd="2" destOrd="0" presId="urn:microsoft.com/office/officeart/2018/2/layout/IconVerticalSolidList"/>
    <dgm:cxn modelId="{CB8A0CC8-A650-445C-9D47-8D68AB7324ED}" type="presParOf" srcId="{ADC9E72B-471F-4550-B3D9-97F16E381705}" destId="{9880AA9D-0545-44CB-B046-848E611E19C5}" srcOrd="3" destOrd="0" presId="urn:microsoft.com/office/officeart/2018/2/layout/IconVerticalSolidList"/>
    <dgm:cxn modelId="{C92E4FA7-CA4C-44A9-92AE-D5859EE2BB3C}" type="presParOf" srcId="{9266D712-0B95-4D2A-9DE6-628246876AC8}" destId="{B4EB8C45-B5E1-4599-A559-8DF5D805F596}" srcOrd="3" destOrd="0" presId="urn:microsoft.com/office/officeart/2018/2/layout/IconVerticalSolidList"/>
    <dgm:cxn modelId="{FA4DB1EC-7600-4BE3-9158-93EC978F4533}" type="presParOf" srcId="{9266D712-0B95-4D2A-9DE6-628246876AC8}" destId="{E77C769B-5A34-4875-8172-6763483FFBE5}" srcOrd="4" destOrd="0" presId="urn:microsoft.com/office/officeart/2018/2/layout/IconVerticalSolidList"/>
    <dgm:cxn modelId="{125AE19F-21BD-4DDD-A1C2-BA6A3D75E422}" type="presParOf" srcId="{E77C769B-5A34-4875-8172-6763483FFBE5}" destId="{D0479FF0-F23E-4340-8F2F-4CC6A7700CCA}" srcOrd="0" destOrd="0" presId="urn:microsoft.com/office/officeart/2018/2/layout/IconVerticalSolidList"/>
    <dgm:cxn modelId="{428CEA2E-6338-4543-A7FF-EADFDD4FE489}" type="presParOf" srcId="{E77C769B-5A34-4875-8172-6763483FFBE5}" destId="{96BF5DDD-E7A8-4DBA-88F9-A92AABD1BB03}" srcOrd="1" destOrd="0" presId="urn:microsoft.com/office/officeart/2018/2/layout/IconVerticalSolidList"/>
    <dgm:cxn modelId="{D4BD74C8-76EC-4DEF-834B-31270DA0B36C}" type="presParOf" srcId="{E77C769B-5A34-4875-8172-6763483FFBE5}" destId="{7CEDC83A-7A7F-4F66-AABF-0A4E3B5A3661}" srcOrd="2" destOrd="0" presId="urn:microsoft.com/office/officeart/2018/2/layout/IconVerticalSolidList"/>
    <dgm:cxn modelId="{C865AB74-5EEA-4D6E-9963-82EEB18EC7CD}" type="presParOf" srcId="{E77C769B-5A34-4875-8172-6763483FFBE5}" destId="{5E2F14FB-FD62-4A1F-AF53-356DFD0084D0}" srcOrd="3" destOrd="0" presId="urn:microsoft.com/office/officeart/2018/2/layout/IconVerticalSolidList"/>
    <dgm:cxn modelId="{41B69416-F123-4BA0-AC77-8D405A720E0F}" type="presParOf" srcId="{9266D712-0B95-4D2A-9DE6-628246876AC8}" destId="{54ECCCDE-AA36-41EB-814A-882E33D188EA}" srcOrd="5" destOrd="0" presId="urn:microsoft.com/office/officeart/2018/2/layout/IconVerticalSolidList"/>
    <dgm:cxn modelId="{AD8D77D6-2ADF-48C5-8A1E-656EC28A4106}" type="presParOf" srcId="{9266D712-0B95-4D2A-9DE6-628246876AC8}" destId="{179F741B-4FE2-49A9-BBCB-5D5ACA8F8B7A}" srcOrd="6" destOrd="0" presId="urn:microsoft.com/office/officeart/2018/2/layout/IconVerticalSolidList"/>
    <dgm:cxn modelId="{F54CB502-9041-40C6-9695-CB6C958917BC}" type="presParOf" srcId="{179F741B-4FE2-49A9-BBCB-5D5ACA8F8B7A}" destId="{BEB31593-25EE-48B4-B510-DAB043F67ADB}" srcOrd="0" destOrd="0" presId="urn:microsoft.com/office/officeart/2018/2/layout/IconVerticalSolidList"/>
    <dgm:cxn modelId="{FFCCF42E-B290-48C4-A6C4-DA2A2BA296D5}" type="presParOf" srcId="{179F741B-4FE2-49A9-BBCB-5D5ACA8F8B7A}" destId="{7D1D3136-D290-43E3-9F33-8903151A734F}" srcOrd="1" destOrd="0" presId="urn:microsoft.com/office/officeart/2018/2/layout/IconVerticalSolidList"/>
    <dgm:cxn modelId="{101B8514-BC64-45E4-943E-96D3AAC8B584}" type="presParOf" srcId="{179F741B-4FE2-49A9-BBCB-5D5ACA8F8B7A}" destId="{0C02C251-C8D5-4459-A613-521FA924F767}" srcOrd="2" destOrd="0" presId="urn:microsoft.com/office/officeart/2018/2/layout/IconVerticalSolidList"/>
    <dgm:cxn modelId="{8C59752E-C4E3-4644-BA3D-C08114B9E894}" type="presParOf" srcId="{179F741B-4FE2-49A9-BBCB-5D5ACA8F8B7A}" destId="{5916FC29-CF15-445F-8044-BFF52D81C992}" srcOrd="3" destOrd="0" presId="urn:microsoft.com/office/officeart/2018/2/layout/IconVerticalSolidList"/>
    <dgm:cxn modelId="{2078CED7-6E5E-4A55-B105-3233928E4066}" type="presParOf" srcId="{9266D712-0B95-4D2A-9DE6-628246876AC8}" destId="{9F37F137-1F61-40CD-AB1B-2F7E9837347F}" srcOrd="7" destOrd="0" presId="urn:microsoft.com/office/officeart/2018/2/layout/IconVerticalSolidList"/>
    <dgm:cxn modelId="{EBD2BB1C-871A-41DA-9B55-B8DB5897F10B}" type="presParOf" srcId="{9266D712-0B95-4D2A-9DE6-628246876AC8}" destId="{53D39A97-0D10-4AC2-9429-7B33773BDA32}" srcOrd="8" destOrd="0" presId="urn:microsoft.com/office/officeart/2018/2/layout/IconVerticalSolidList"/>
    <dgm:cxn modelId="{9581BEAB-1B58-40D9-BE8F-A2D249C65A84}" type="presParOf" srcId="{53D39A97-0D10-4AC2-9429-7B33773BDA32}" destId="{FCDC97C6-1256-4297-A32B-0BA22FAA2DA0}" srcOrd="0" destOrd="0" presId="urn:microsoft.com/office/officeart/2018/2/layout/IconVerticalSolidList"/>
    <dgm:cxn modelId="{AAB7F354-3F67-446A-BADA-4084339BD666}" type="presParOf" srcId="{53D39A97-0D10-4AC2-9429-7B33773BDA32}" destId="{5D0A37A5-AB47-4AF9-AF42-018A84D177CD}" srcOrd="1" destOrd="0" presId="urn:microsoft.com/office/officeart/2018/2/layout/IconVerticalSolidList"/>
    <dgm:cxn modelId="{7DD09E8F-2614-4663-9A7B-2BD284E8B196}" type="presParOf" srcId="{53D39A97-0D10-4AC2-9429-7B33773BDA32}" destId="{98B55C00-C47F-4FC5-B116-2E3AC5DB6968}" srcOrd="2" destOrd="0" presId="urn:microsoft.com/office/officeart/2018/2/layout/IconVerticalSolidList"/>
    <dgm:cxn modelId="{03CBEEE5-908D-4818-9F86-A6FB9F1D469E}" type="presParOf" srcId="{53D39A97-0D10-4AC2-9429-7B33773BDA32}" destId="{EF316F49-642A-482E-A6F9-2C337183AAD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A06BBA1-1046-4307-89C2-6DDF6BA33594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0DA6989-5B20-4E4E-8940-6AC5859AD384}">
      <dgm:prSet/>
      <dgm:spPr/>
      <dgm:t>
        <a:bodyPr/>
        <a:lstStyle/>
        <a:p>
          <a:r>
            <a:rPr lang="en-US" b="0" i="0" baseline="0"/>
            <a:t>Upload your resume (PDF)</a:t>
          </a:r>
          <a:endParaRPr lang="en-US"/>
        </a:p>
      </dgm:t>
    </dgm:pt>
    <dgm:pt modelId="{DC1E19E1-93BB-438C-B833-CE7CBF12B134}" type="parTrans" cxnId="{DCDB5D96-C7BC-4F80-90C3-1F7C886A50C9}">
      <dgm:prSet/>
      <dgm:spPr/>
      <dgm:t>
        <a:bodyPr/>
        <a:lstStyle/>
        <a:p>
          <a:endParaRPr lang="en-US"/>
        </a:p>
      </dgm:t>
    </dgm:pt>
    <dgm:pt modelId="{5F8A193A-FF14-4B82-AA25-80C9F0DC2024}" type="sibTrans" cxnId="{DCDB5D96-C7BC-4F80-90C3-1F7C886A50C9}">
      <dgm:prSet/>
      <dgm:spPr/>
      <dgm:t>
        <a:bodyPr/>
        <a:lstStyle/>
        <a:p>
          <a:endParaRPr lang="en-US"/>
        </a:p>
      </dgm:t>
    </dgm:pt>
    <dgm:pt modelId="{4DB352C6-2F67-49B5-B6A7-AF29A0B3D7D8}">
      <dgm:prSet/>
      <dgm:spPr/>
      <dgm:t>
        <a:bodyPr/>
        <a:lstStyle/>
        <a:p>
          <a:r>
            <a:rPr lang="en-US" b="0" i="0" baseline="0"/>
            <a:t>LangChain extracts + embeds text</a:t>
          </a:r>
          <a:endParaRPr lang="en-US"/>
        </a:p>
      </dgm:t>
    </dgm:pt>
    <dgm:pt modelId="{BDC99DEB-9D03-45DF-94F7-8E821DA20DCE}" type="parTrans" cxnId="{4B2FCF41-CC45-4C3B-9E14-922FBF7C6D87}">
      <dgm:prSet/>
      <dgm:spPr/>
      <dgm:t>
        <a:bodyPr/>
        <a:lstStyle/>
        <a:p>
          <a:endParaRPr lang="en-US"/>
        </a:p>
      </dgm:t>
    </dgm:pt>
    <dgm:pt modelId="{62185F0B-7946-48F1-AF83-AA79FB4D2ED8}" type="sibTrans" cxnId="{4B2FCF41-CC45-4C3B-9E14-922FBF7C6D87}">
      <dgm:prSet/>
      <dgm:spPr/>
      <dgm:t>
        <a:bodyPr/>
        <a:lstStyle/>
        <a:p>
          <a:endParaRPr lang="en-US"/>
        </a:p>
      </dgm:t>
    </dgm:pt>
    <dgm:pt modelId="{79897228-69FB-4BB0-9C7D-20855CF67C88}">
      <dgm:prSet/>
      <dgm:spPr/>
      <dgm:t>
        <a:bodyPr/>
        <a:lstStyle/>
        <a:p>
          <a:r>
            <a:rPr lang="en-US" b="0" i="0" baseline="0"/>
            <a:t>LLM grades and summarizes it</a:t>
          </a:r>
          <a:endParaRPr lang="en-US"/>
        </a:p>
      </dgm:t>
    </dgm:pt>
    <dgm:pt modelId="{92A975ED-B75F-4D7C-AB3E-712CF5629D32}" type="parTrans" cxnId="{8D421C5F-6510-472C-A284-877566F8E5DA}">
      <dgm:prSet/>
      <dgm:spPr/>
      <dgm:t>
        <a:bodyPr/>
        <a:lstStyle/>
        <a:p>
          <a:endParaRPr lang="en-US"/>
        </a:p>
      </dgm:t>
    </dgm:pt>
    <dgm:pt modelId="{9FD79AFB-5981-4402-A628-FAF600C5408E}" type="sibTrans" cxnId="{8D421C5F-6510-472C-A284-877566F8E5DA}">
      <dgm:prSet/>
      <dgm:spPr/>
      <dgm:t>
        <a:bodyPr/>
        <a:lstStyle/>
        <a:p>
          <a:endParaRPr lang="en-US"/>
        </a:p>
      </dgm:t>
    </dgm:pt>
    <dgm:pt modelId="{59EE7FFA-62DA-4908-8CC9-D27DDD456227}" type="pres">
      <dgm:prSet presAssocID="{CA06BBA1-1046-4307-89C2-6DDF6BA33594}" presName="linear" presStyleCnt="0">
        <dgm:presLayoutVars>
          <dgm:animLvl val="lvl"/>
          <dgm:resizeHandles val="exact"/>
        </dgm:presLayoutVars>
      </dgm:prSet>
      <dgm:spPr/>
    </dgm:pt>
    <dgm:pt modelId="{9643BD61-6828-441F-9911-CC4227B05AC6}" type="pres">
      <dgm:prSet presAssocID="{30DA6989-5B20-4E4E-8940-6AC5859AD38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14127A6-C9EA-4184-8021-9C2E1F5D876F}" type="pres">
      <dgm:prSet presAssocID="{5F8A193A-FF14-4B82-AA25-80C9F0DC2024}" presName="spacer" presStyleCnt="0"/>
      <dgm:spPr/>
    </dgm:pt>
    <dgm:pt modelId="{E7AFFAE8-3203-4A79-B717-29CAA78498E7}" type="pres">
      <dgm:prSet presAssocID="{4DB352C6-2F67-49B5-B6A7-AF29A0B3D7D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549A41C-53BB-4BDA-96B8-0394E1310AD9}" type="pres">
      <dgm:prSet presAssocID="{62185F0B-7946-48F1-AF83-AA79FB4D2ED8}" presName="spacer" presStyleCnt="0"/>
      <dgm:spPr/>
    </dgm:pt>
    <dgm:pt modelId="{F5B5D10E-BC05-41AA-8877-8E07FD53C7EC}" type="pres">
      <dgm:prSet presAssocID="{79897228-69FB-4BB0-9C7D-20855CF67C88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8D421C5F-6510-472C-A284-877566F8E5DA}" srcId="{CA06BBA1-1046-4307-89C2-6DDF6BA33594}" destId="{79897228-69FB-4BB0-9C7D-20855CF67C88}" srcOrd="2" destOrd="0" parTransId="{92A975ED-B75F-4D7C-AB3E-712CF5629D32}" sibTransId="{9FD79AFB-5981-4402-A628-FAF600C5408E}"/>
    <dgm:cxn modelId="{4B2FCF41-CC45-4C3B-9E14-922FBF7C6D87}" srcId="{CA06BBA1-1046-4307-89C2-6DDF6BA33594}" destId="{4DB352C6-2F67-49B5-B6A7-AF29A0B3D7D8}" srcOrd="1" destOrd="0" parTransId="{BDC99DEB-9D03-45DF-94F7-8E821DA20DCE}" sibTransId="{62185F0B-7946-48F1-AF83-AA79FB4D2ED8}"/>
    <dgm:cxn modelId="{646FBE76-BFCF-4CB9-9F99-B70F5C872E6B}" type="presOf" srcId="{4DB352C6-2F67-49B5-B6A7-AF29A0B3D7D8}" destId="{E7AFFAE8-3203-4A79-B717-29CAA78498E7}" srcOrd="0" destOrd="0" presId="urn:microsoft.com/office/officeart/2005/8/layout/vList2"/>
    <dgm:cxn modelId="{EC084C91-E55B-49F3-BFDD-2D986D3C1CA4}" type="presOf" srcId="{30DA6989-5B20-4E4E-8940-6AC5859AD384}" destId="{9643BD61-6828-441F-9911-CC4227B05AC6}" srcOrd="0" destOrd="0" presId="urn:microsoft.com/office/officeart/2005/8/layout/vList2"/>
    <dgm:cxn modelId="{DCDB5D96-C7BC-4F80-90C3-1F7C886A50C9}" srcId="{CA06BBA1-1046-4307-89C2-6DDF6BA33594}" destId="{30DA6989-5B20-4E4E-8940-6AC5859AD384}" srcOrd="0" destOrd="0" parTransId="{DC1E19E1-93BB-438C-B833-CE7CBF12B134}" sibTransId="{5F8A193A-FF14-4B82-AA25-80C9F0DC2024}"/>
    <dgm:cxn modelId="{5DE4C89E-DE45-4928-941C-C2CDB496390D}" type="presOf" srcId="{CA06BBA1-1046-4307-89C2-6DDF6BA33594}" destId="{59EE7FFA-62DA-4908-8CC9-D27DDD456227}" srcOrd="0" destOrd="0" presId="urn:microsoft.com/office/officeart/2005/8/layout/vList2"/>
    <dgm:cxn modelId="{E5650FAB-7514-4D0D-B783-8F8B65E2EFDB}" type="presOf" srcId="{79897228-69FB-4BB0-9C7D-20855CF67C88}" destId="{F5B5D10E-BC05-41AA-8877-8E07FD53C7EC}" srcOrd="0" destOrd="0" presId="urn:microsoft.com/office/officeart/2005/8/layout/vList2"/>
    <dgm:cxn modelId="{F812EE49-C471-47C6-9037-7186B5A54EB3}" type="presParOf" srcId="{59EE7FFA-62DA-4908-8CC9-D27DDD456227}" destId="{9643BD61-6828-441F-9911-CC4227B05AC6}" srcOrd="0" destOrd="0" presId="urn:microsoft.com/office/officeart/2005/8/layout/vList2"/>
    <dgm:cxn modelId="{22CAFA78-F444-4172-A660-9293303E60C4}" type="presParOf" srcId="{59EE7FFA-62DA-4908-8CC9-D27DDD456227}" destId="{A14127A6-C9EA-4184-8021-9C2E1F5D876F}" srcOrd="1" destOrd="0" presId="urn:microsoft.com/office/officeart/2005/8/layout/vList2"/>
    <dgm:cxn modelId="{EAF247FC-282F-408D-BE1A-8F4F624AE38E}" type="presParOf" srcId="{59EE7FFA-62DA-4908-8CC9-D27DDD456227}" destId="{E7AFFAE8-3203-4A79-B717-29CAA78498E7}" srcOrd="2" destOrd="0" presId="urn:microsoft.com/office/officeart/2005/8/layout/vList2"/>
    <dgm:cxn modelId="{CF7C264B-906B-42F5-B861-CE50A56A2804}" type="presParOf" srcId="{59EE7FFA-62DA-4908-8CC9-D27DDD456227}" destId="{E549A41C-53BB-4BDA-96B8-0394E1310AD9}" srcOrd="3" destOrd="0" presId="urn:microsoft.com/office/officeart/2005/8/layout/vList2"/>
    <dgm:cxn modelId="{3AA49EAC-5236-4861-82FF-81E3BDEA47E2}" type="presParOf" srcId="{59EE7FFA-62DA-4908-8CC9-D27DDD456227}" destId="{F5B5D10E-BC05-41AA-8877-8E07FD53C7EC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3F9462C-8B50-4FBE-9C50-99E36EEBD193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29D4A22-F0C0-41D8-BF25-C20D8E2D080D}">
      <dgm:prSet/>
      <dgm:spPr/>
      <dgm:t>
        <a:bodyPr/>
        <a:lstStyle/>
        <a:p>
          <a:r>
            <a:rPr lang="en-US" b="1" i="0" baseline="0"/>
            <a:t>LangChain</a:t>
          </a:r>
          <a:r>
            <a:rPr lang="en-US" b="0" i="0" baseline="0"/>
            <a:t> handled the chain (Prompt + Model + Output)</a:t>
          </a:r>
          <a:endParaRPr lang="en-US"/>
        </a:p>
      </dgm:t>
    </dgm:pt>
    <dgm:pt modelId="{9AE9ED46-4BA5-4793-AB2A-AE7AE7F66B66}" type="parTrans" cxnId="{B32D5253-223D-4DBE-B5F7-EF60AB987813}">
      <dgm:prSet/>
      <dgm:spPr/>
      <dgm:t>
        <a:bodyPr/>
        <a:lstStyle/>
        <a:p>
          <a:endParaRPr lang="en-US"/>
        </a:p>
      </dgm:t>
    </dgm:pt>
    <dgm:pt modelId="{286A5616-36CB-479A-B0F4-0EFDBED7AB40}" type="sibTrans" cxnId="{B32D5253-223D-4DBE-B5F7-EF60AB987813}">
      <dgm:prSet/>
      <dgm:spPr/>
      <dgm:t>
        <a:bodyPr/>
        <a:lstStyle/>
        <a:p>
          <a:endParaRPr lang="en-US"/>
        </a:p>
      </dgm:t>
    </dgm:pt>
    <dgm:pt modelId="{A7E2AFF8-E931-4BD2-9A49-DB264455E58D}">
      <dgm:prSet/>
      <dgm:spPr/>
      <dgm:t>
        <a:bodyPr/>
        <a:lstStyle/>
        <a:p>
          <a:r>
            <a:rPr lang="en-US" b="0" i="0" baseline="0"/>
            <a:t>You can extend it with:</a:t>
          </a:r>
          <a:endParaRPr lang="en-US"/>
        </a:p>
      </dgm:t>
    </dgm:pt>
    <dgm:pt modelId="{ED34D00B-E9D4-44C4-B147-D547BA8D9828}" type="parTrans" cxnId="{32F32732-9907-42ED-BF91-B9350C774D22}">
      <dgm:prSet/>
      <dgm:spPr/>
      <dgm:t>
        <a:bodyPr/>
        <a:lstStyle/>
        <a:p>
          <a:endParaRPr lang="en-US"/>
        </a:p>
      </dgm:t>
    </dgm:pt>
    <dgm:pt modelId="{4BBB5A0E-D12E-41EB-85E6-C8F037630F96}" type="sibTrans" cxnId="{32F32732-9907-42ED-BF91-B9350C774D22}">
      <dgm:prSet/>
      <dgm:spPr/>
      <dgm:t>
        <a:bodyPr/>
        <a:lstStyle/>
        <a:p>
          <a:endParaRPr lang="en-US"/>
        </a:p>
      </dgm:t>
    </dgm:pt>
    <dgm:pt modelId="{AC2BF4A2-8332-4A6A-9F8C-464B12283DC6}">
      <dgm:prSet/>
      <dgm:spPr/>
      <dgm:t>
        <a:bodyPr/>
        <a:lstStyle/>
        <a:p>
          <a:r>
            <a:rPr lang="en-US" b="0" i="0" baseline="0"/>
            <a:t>🧠 </a:t>
          </a:r>
          <a:r>
            <a:rPr lang="en-US" b="0" i="1" baseline="0"/>
            <a:t>Embeddings</a:t>
          </a:r>
          <a:r>
            <a:rPr lang="en-US" b="0" i="0" baseline="0"/>
            <a:t> for semantic search</a:t>
          </a:r>
          <a:endParaRPr lang="en-US"/>
        </a:p>
      </dgm:t>
    </dgm:pt>
    <dgm:pt modelId="{0A4C2627-FE5C-4C3C-A08F-10A8D345E4EB}" type="parTrans" cxnId="{0DC0D645-72E1-40C5-B21C-9C455B65BC2C}">
      <dgm:prSet/>
      <dgm:spPr/>
      <dgm:t>
        <a:bodyPr/>
        <a:lstStyle/>
        <a:p>
          <a:endParaRPr lang="en-US"/>
        </a:p>
      </dgm:t>
    </dgm:pt>
    <dgm:pt modelId="{EFB12C59-D611-4E1A-9B63-F9474C863B1F}" type="sibTrans" cxnId="{0DC0D645-72E1-40C5-B21C-9C455B65BC2C}">
      <dgm:prSet/>
      <dgm:spPr/>
      <dgm:t>
        <a:bodyPr/>
        <a:lstStyle/>
        <a:p>
          <a:endParaRPr lang="en-US"/>
        </a:p>
      </dgm:t>
    </dgm:pt>
    <dgm:pt modelId="{A75BB11A-D462-4E6F-9605-A91F93C86243}">
      <dgm:prSet/>
      <dgm:spPr/>
      <dgm:t>
        <a:bodyPr/>
        <a:lstStyle/>
        <a:p>
          <a:r>
            <a:rPr lang="en-US" b="0" i="0" baseline="0"/>
            <a:t>💾 </a:t>
          </a:r>
          <a:r>
            <a:rPr lang="en-US" b="0" i="1" baseline="0"/>
            <a:t>Vector DB (FAISS/Chroma)</a:t>
          </a:r>
          <a:r>
            <a:rPr lang="en-US" b="0" i="0" baseline="0"/>
            <a:t> for storing resumes</a:t>
          </a:r>
          <a:endParaRPr lang="en-US"/>
        </a:p>
      </dgm:t>
    </dgm:pt>
    <dgm:pt modelId="{9DA0AF93-7878-4936-8B19-69BF3C154F30}" type="parTrans" cxnId="{F5BCEDCE-2AE9-4DDA-AC41-86B428A92953}">
      <dgm:prSet/>
      <dgm:spPr/>
      <dgm:t>
        <a:bodyPr/>
        <a:lstStyle/>
        <a:p>
          <a:endParaRPr lang="en-US"/>
        </a:p>
      </dgm:t>
    </dgm:pt>
    <dgm:pt modelId="{18629A6B-DF37-4B9C-801C-D766BD3F92F6}" type="sibTrans" cxnId="{F5BCEDCE-2AE9-4DDA-AC41-86B428A92953}">
      <dgm:prSet/>
      <dgm:spPr/>
      <dgm:t>
        <a:bodyPr/>
        <a:lstStyle/>
        <a:p>
          <a:endParaRPr lang="en-US"/>
        </a:p>
      </dgm:t>
    </dgm:pt>
    <dgm:pt modelId="{1B17DBF4-770C-4384-8C03-C219AA1055A7}">
      <dgm:prSet/>
      <dgm:spPr/>
      <dgm:t>
        <a:bodyPr/>
        <a:lstStyle/>
        <a:p>
          <a:r>
            <a:rPr lang="en-US" b="0" i="0" baseline="0"/>
            <a:t>🧩 </a:t>
          </a:r>
          <a:r>
            <a:rPr lang="en-US" b="0" i="1" baseline="0"/>
            <a:t>Custom grading logic</a:t>
          </a:r>
          <a:r>
            <a:rPr lang="en-US" b="0" i="0" baseline="0"/>
            <a:t> or dashboards</a:t>
          </a:r>
          <a:endParaRPr lang="en-US"/>
        </a:p>
      </dgm:t>
    </dgm:pt>
    <dgm:pt modelId="{5671BE98-4B07-4768-9023-FC3AD9845C4E}" type="parTrans" cxnId="{528639CC-B0EC-4C6F-A5BC-3E637E226B83}">
      <dgm:prSet/>
      <dgm:spPr/>
      <dgm:t>
        <a:bodyPr/>
        <a:lstStyle/>
        <a:p>
          <a:endParaRPr lang="en-US"/>
        </a:p>
      </dgm:t>
    </dgm:pt>
    <dgm:pt modelId="{469E96B4-D06E-46AC-8784-9EB7A2106E30}" type="sibTrans" cxnId="{528639CC-B0EC-4C6F-A5BC-3E637E226B83}">
      <dgm:prSet/>
      <dgm:spPr/>
      <dgm:t>
        <a:bodyPr/>
        <a:lstStyle/>
        <a:p>
          <a:endParaRPr lang="en-US"/>
        </a:p>
      </dgm:t>
    </dgm:pt>
    <dgm:pt modelId="{AC4A3249-CAE1-4AAC-95F2-28672D6EE973}" type="pres">
      <dgm:prSet presAssocID="{03F9462C-8B50-4FBE-9C50-99E36EEBD193}" presName="Name0" presStyleCnt="0">
        <dgm:presLayoutVars>
          <dgm:dir/>
          <dgm:animLvl val="lvl"/>
          <dgm:resizeHandles val="exact"/>
        </dgm:presLayoutVars>
      </dgm:prSet>
      <dgm:spPr/>
    </dgm:pt>
    <dgm:pt modelId="{83356183-D91F-47B6-8CB6-1C55D2EB44A5}" type="pres">
      <dgm:prSet presAssocID="{A7E2AFF8-E931-4BD2-9A49-DB264455E58D}" presName="boxAndChildren" presStyleCnt="0"/>
      <dgm:spPr/>
    </dgm:pt>
    <dgm:pt modelId="{9EE10C1C-5215-486E-BEB1-AE316DF436D0}" type="pres">
      <dgm:prSet presAssocID="{A7E2AFF8-E931-4BD2-9A49-DB264455E58D}" presName="parentTextBox" presStyleLbl="node1" presStyleIdx="0" presStyleCnt="2"/>
      <dgm:spPr/>
    </dgm:pt>
    <dgm:pt modelId="{279F7233-C5E4-4604-BDFD-75E981689123}" type="pres">
      <dgm:prSet presAssocID="{A7E2AFF8-E931-4BD2-9A49-DB264455E58D}" presName="entireBox" presStyleLbl="node1" presStyleIdx="0" presStyleCnt="2"/>
      <dgm:spPr/>
    </dgm:pt>
    <dgm:pt modelId="{BB6EE17D-23A2-4801-84FA-075C562CA6EB}" type="pres">
      <dgm:prSet presAssocID="{A7E2AFF8-E931-4BD2-9A49-DB264455E58D}" presName="descendantBox" presStyleCnt="0"/>
      <dgm:spPr/>
    </dgm:pt>
    <dgm:pt modelId="{7AE18BCE-2B4E-4A76-92B9-86B20BFE745F}" type="pres">
      <dgm:prSet presAssocID="{AC2BF4A2-8332-4A6A-9F8C-464B12283DC6}" presName="childTextBox" presStyleLbl="fgAccFollowNode1" presStyleIdx="0" presStyleCnt="3">
        <dgm:presLayoutVars>
          <dgm:bulletEnabled val="1"/>
        </dgm:presLayoutVars>
      </dgm:prSet>
      <dgm:spPr/>
    </dgm:pt>
    <dgm:pt modelId="{29B3782D-0AB2-4174-A59D-4A7E7C78B399}" type="pres">
      <dgm:prSet presAssocID="{A75BB11A-D462-4E6F-9605-A91F93C86243}" presName="childTextBox" presStyleLbl="fgAccFollowNode1" presStyleIdx="1" presStyleCnt="3">
        <dgm:presLayoutVars>
          <dgm:bulletEnabled val="1"/>
        </dgm:presLayoutVars>
      </dgm:prSet>
      <dgm:spPr/>
    </dgm:pt>
    <dgm:pt modelId="{A3A12798-F915-4CD9-BE6E-02C0C1E46314}" type="pres">
      <dgm:prSet presAssocID="{1B17DBF4-770C-4384-8C03-C219AA1055A7}" presName="childTextBox" presStyleLbl="fgAccFollowNode1" presStyleIdx="2" presStyleCnt="3">
        <dgm:presLayoutVars>
          <dgm:bulletEnabled val="1"/>
        </dgm:presLayoutVars>
      </dgm:prSet>
      <dgm:spPr/>
    </dgm:pt>
    <dgm:pt modelId="{92D2A969-5F83-4829-9686-789E5CE348D7}" type="pres">
      <dgm:prSet presAssocID="{286A5616-36CB-479A-B0F4-0EFDBED7AB40}" presName="sp" presStyleCnt="0"/>
      <dgm:spPr/>
    </dgm:pt>
    <dgm:pt modelId="{BCBF8DBA-C0AA-4ADC-929F-AF2A5F3CF7F1}" type="pres">
      <dgm:prSet presAssocID="{A29D4A22-F0C0-41D8-BF25-C20D8E2D080D}" presName="arrowAndChildren" presStyleCnt="0"/>
      <dgm:spPr/>
    </dgm:pt>
    <dgm:pt modelId="{CA9FDCA3-16D8-4AF1-86D4-5A72CB4FB2FB}" type="pres">
      <dgm:prSet presAssocID="{A29D4A22-F0C0-41D8-BF25-C20D8E2D080D}" presName="parentTextArrow" presStyleLbl="node1" presStyleIdx="1" presStyleCnt="2"/>
      <dgm:spPr/>
    </dgm:pt>
  </dgm:ptLst>
  <dgm:cxnLst>
    <dgm:cxn modelId="{32F32732-9907-42ED-BF91-B9350C774D22}" srcId="{03F9462C-8B50-4FBE-9C50-99E36EEBD193}" destId="{A7E2AFF8-E931-4BD2-9A49-DB264455E58D}" srcOrd="1" destOrd="0" parTransId="{ED34D00B-E9D4-44C4-B147-D547BA8D9828}" sibTransId="{4BBB5A0E-D12E-41EB-85E6-C8F037630F96}"/>
    <dgm:cxn modelId="{8A6EA735-A213-4BE5-828F-1809DC9F5FBD}" type="presOf" srcId="{1B17DBF4-770C-4384-8C03-C219AA1055A7}" destId="{A3A12798-F915-4CD9-BE6E-02C0C1E46314}" srcOrd="0" destOrd="0" presId="urn:microsoft.com/office/officeart/2005/8/layout/process4"/>
    <dgm:cxn modelId="{0DC0D645-72E1-40C5-B21C-9C455B65BC2C}" srcId="{A7E2AFF8-E931-4BD2-9A49-DB264455E58D}" destId="{AC2BF4A2-8332-4A6A-9F8C-464B12283DC6}" srcOrd="0" destOrd="0" parTransId="{0A4C2627-FE5C-4C3C-A08F-10A8D345E4EB}" sibTransId="{EFB12C59-D611-4E1A-9B63-F9474C863B1F}"/>
    <dgm:cxn modelId="{2A476368-C528-454B-9FC7-1E604E47FA82}" type="presOf" srcId="{A75BB11A-D462-4E6F-9605-A91F93C86243}" destId="{29B3782D-0AB2-4174-A59D-4A7E7C78B399}" srcOrd="0" destOrd="0" presId="urn:microsoft.com/office/officeart/2005/8/layout/process4"/>
    <dgm:cxn modelId="{B32D5253-223D-4DBE-B5F7-EF60AB987813}" srcId="{03F9462C-8B50-4FBE-9C50-99E36EEBD193}" destId="{A29D4A22-F0C0-41D8-BF25-C20D8E2D080D}" srcOrd="0" destOrd="0" parTransId="{9AE9ED46-4BA5-4793-AB2A-AE7AE7F66B66}" sibTransId="{286A5616-36CB-479A-B0F4-0EFDBED7AB40}"/>
    <dgm:cxn modelId="{41A4CC81-8C33-4205-A8BF-02C4240E3A3E}" type="presOf" srcId="{A29D4A22-F0C0-41D8-BF25-C20D8E2D080D}" destId="{CA9FDCA3-16D8-4AF1-86D4-5A72CB4FB2FB}" srcOrd="0" destOrd="0" presId="urn:microsoft.com/office/officeart/2005/8/layout/process4"/>
    <dgm:cxn modelId="{0687ED87-4865-4228-AB0A-490B6F150E6F}" type="presOf" srcId="{A7E2AFF8-E931-4BD2-9A49-DB264455E58D}" destId="{279F7233-C5E4-4604-BDFD-75E981689123}" srcOrd="1" destOrd="0" presId="urn:microsoft.com/office/officeart/2005/8/layout/process4"/>
    <dgm:cxn modelId="{46469E8B-0676-45B3-A89B-9A9DE07FAA63}" type="presOf" srcId="{A7E2AFF8-E931-4BD2-9A49-DB264455E58D}" destId="{9EE10C1C-5215-486E-BEB1-AE316DF436D0}" srcOrd="0" destOrd="0" presId="urn:microsoft.com/office/officeart/2005/8/layout/process4"/>
    <dgm:cxn modelId="{EA2A5C8E-8E18-4944-8B89-6EB42A95A797}" type="presOf" srcId="{AC2BF4A2-8332-4A6A-9F8C-464B12283DC6}" destId="{7AE18BCE-2B4E-4A76-92B9-86B20BFE745F}" srcOrd="0" destOrd="0" presId="urn:microsoft.com/office/officeart/2005/8/layout/process4"/>
    <dgm:cxn modelId="{D3214C98-36D4-4866-A7EB-3757F5474D71}" type="presOf" srcId="{03F9462C-8B50-4FBE-9C50-99E36EEBD193}" destId="{AC4A3249-CAE1-4AAC-95F2-28672D6EE973}" srcOrd="0" destOrd="0" presId="urn:microsoft.com/office/officeart/2005/8/layout/process4"/>
    <dgm:cxn modelId="{528639CC-B0EC-4C6F-A5BC-3E637E226B83}" srcId="{A7E2AFF8-E931-4BD2-9A49-DB264455E58D}" destId="{1B17DBF4-770C-4384-8C03-C219AA1055A7}" srcOrd="2" destOrd="0" parTransId="{5671BE98-4B07-4768-9023-FC3AD9845C4E}" sibTransId="{469E96B4-D06E-46AC-8784-9EB7A2106E30}"/>
    <dgm:cxn modelId="{F5BCEDCE-2AE9-4DDA-AC41-86B428A92953}" srcId="{A7E2AFF8-E931-4BD2-9A49-DB264455E58D}" destId="{A75BB11A-D462-4E6F-9605-A91F93C86243}" srcOrd="1" destOrd="0" parTransId="{9DA0AF93-7878-4936-8B19-69BF3C154F30}" sibTransId="{18629A6B-DF37-4B9C-801C-D766BD3F92F6}"/>
    <dgm:cxn modelId="{45D48091-A531-436C-9D77-63722C47E024}" type="presParOf" srcId="{AC4A3249-CAE1-4AAC-95F2-28672D6EE973}" destId="{83356183-D91F-47B6-8CB6-1C55D2EB44A5}" srcOrd="0" destOrd="0" presId="urn:microsoft.com/office/officeart/2005/8/layout/process4"/>
    <dgm:cxn modelId="{F1321CC6-E69A-4686-83DA-902C509D771F}" type="presParOf" srcId="{83356183-D91F-47B6-8CB6-1C55D2EB44A5}" destId="{9EE10C1C-5215-486E-BEB1-AE316DF436D0}" srcOrd="0" destOrd="0" presId="urn:microsoft.com/office/officeart/2005/8/layout/process4"/>
    <dgm:cxn modelId="{2E7D41A7-4B62-447E-A48B-50DB23A47E70}" type="presParOf" srcId="{83356183-D91F-47B6-8CB6-1C55D2EB44A5}" destId="{279F7233-C5E4-4604-BDFD-75E981689123}" srcOrd="1" destOrd="0" presId="urn:microsoft.com/office/officeart/2005/8/layout/process4"/>
    <dgm:cxn modelId="{7EFE3A27-1447-4249-811D-64997287E54D}" type="presParOf" srcId="{83356183-D91F-47B6-8CB6-1C55D2EB44A5}" destId="{BB6EE17D-23A2-4801-84FA-075C562CA6EB}" srcOrd="2" destOrd="0" presId="urn:microsoft.com/office/officeart/2005/8/layout/process4"/>
    <dgm:cxn modelId="{7F2E65C1-89A9-4322-A3B3-2C851EAF5FF0}" type="presParOf" srcId="{BB6EE17D-23A2-4801-84FA-075C562CA6EB}" destId="{7AE18BCE-2B4E-4A76-92B9-86B20BFE745F}" srcOrd="0" destOrd="0" presId="urn:microsoft.com/office/officeart/2005/8/layout/process4"/>
    <dgm:cxn modelId="{D11E0211-4D9E-4C09-8F5E-F9997996EEA9}" type="presParOf" srcId="{BB6EE17D-23A2-4801-84FA-075C562CA6EB}" destId="{29B3782D-0AB2-4174-A59D-4A7E7C78B399}" srcOrd="1" destOrd="0" presId="urn:microsoft.com/office/officeart/2005/8/layout/process4"/>
    <dgm:cxn modelId="{496549DD-D070-48C9-A9EB-49169A4C3974}" type="presParOf" srcId="{BB6EE17D-23A2-4801-84FA-075C562CA6EB}" destId="{A3A12798-F915-4CD9-BE6E-02C0C1E46314}" srcOrd="2" destOrd="0" presId="urn:microsoft.com/office/officeart/2005/8/layout/process4"/>
    <dgm:cxn modelId="{17879A3F-D979-4B7A-B0E2-2023A2F32BB4}" type="presParOf" srcId="{AC4A3249-CAE1-4AAC-95F2-28672D6EE973}" destId="{92D2A969-5F83-4829-9686-789E5CE348D7}" srcOrd="1" destOrd="0" presId="urn:microsoft.com/office/officeart/2005/8/layout/process4"/>
    <dgm:cxn modelId="{8A1A2E62-A6CC-43CD-B467-C7DBB5D04849}" type="presParOf" srcId="{AC4A3249-CAE1-4AAC-95F2-28672D6EE973}" destId="{BCBF8DBA-C0AA-4ADC-929F-AF2A5F3CF7F1}" srcOrd="2" destOrd="0" presId="urn:microsoft.com/office/officeart/2005/8/layout/process4"/>
    <dgm:cxn modelId="{DE8B4C56-E9B9-41F3-986A-5F84C552791E}" type="presParOf" srcId="{BCBF8DBA-C0AA-4ADC-929F-AF2A5F3CF7F1}" destId="{CA9FDCA3-16D8-4AF1-86D4-5A72CB4FB2FB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AF5AE0F-713E-46A8-AC39-26EBFE23CD7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3278B7D-CC14-45D5-92E0-33330965A6E2}">
      <dgm:prSet/>
      <dgm:spPr/>
      <dgm:t>
        <a:bodyPr/>
        <a:lstStyle/>
        <a:p>
          <a:r>
            <a:rPr lang="en-US" b="0" i="0" baseline="0"/>
            <a:t>Framework used by </a:t>
          </a:r>
          <a:r>
            <a:rPr lang="en-US" b="1" i="0" baseline="0"/>
            <a:t>90% of production LLM apps</a:t>
          </a:r>
          <a:endParaRPr lang="en-US"/>
        </a:p>
      </dgm:t>
    </dgm:pt>
    <dgm:pt modelId="{6344F044-53DE-4180-B3A8-8F3B408E2208}" type="parTrans" cxnId="{989551CA-17C9-4E57-988F-6C92A02FCFC3}">
      <dgm:prSet/>
      <dgm:spPr/>
      <dgm:t>
        <a:bodyPr/>
        <a:lstStyle/>
        <a:p>
          <a:endParaRPr lang="en-US"/>
        </a:p>
      </dgm:t>
    </dgm:pt>
    <dgm:pt modelId="{77D9E267-DB64-4FE9-8354-9755C5EDEC94}" type="sibTrans" cxnId="{989551CA-17C9-4E57-988F-6C92A02FCFC3}">
      <dgm:prSet/>
      <dgm:spPr/>
      <dgm:t>
        <a:bodyPr/>
        <a:lstStyle/>
        <a:p>
          <a:endParaRPr lang="en-US"/>
        </a:p>
      </dgm:t>
    </dgm:pt>
    <dgm:pt modelId="{19EA8387-59DD-44D9-9593-4D4318299E15}">
      <dgm:prSet/>
      <dgm:spPr/>
      <dgm:t>
        <a:bodyPr/>
        <a:lstStyle/>
        <a:p>
          <a:r>
            <a:rPr lang="en-US" b="0" i="0" baseline="0"/>
            <a:t>Integrates with </a:t>
          </a:r>
          <a:r>
            <a:rPr lang="en-US" b="1" i="0" baseline="0"/>
            <a:t>OpenAI, Anthropic, Ollama, Hugging Face</a:t>
          </a:r>
          <a:endParaRPr lang="en-US"/>
        </a:p>
      </dgm:t>
    </dgm:pt>
    <dgm:pt modelId="{69B79508-77E1-47B1-B51C-3F88A198D77C}" type="parTrans" cxnId="{FB46F43B-E654-4955-A329-F313C5FA510C}">
      <dgm:prSet/>
      <dgm:spPr/>
      <dgm:t>
        <a:bodyPr/>
        <a:lstStyle/>
        <a:p>
          <a:endParaRPr lang="en-US"/>
        </a:p>
      </dgm:t>
    </dgm:pt>
    <dgm:pt modelId="{F6465B9F-C960-4976-95BF-C7CC69FC3248}" type="sibTrans" cxnId="{FB46F43B-E654-4955-A329-F313C5FA510C}">
      <dgm:prSet/>
      <dgm:spPr/>
      <dgm:t>
        <a:bodyPr/>
        <a:lstStyle/>
        <a:p>
          <a:endParaRPr lang="en-US"/>
        </a:p>
      </dgm:t>
    </dgm:pt>
    <dgm:pt modelId="{8870C577-EAC8-4330-A10A-61B5B12AAA02}">
      <dgm:prSet/>
      <dgm:spPr/>
      <dgm:t>
        <a:bodyPr/>
        <a:lstStyle/>
        <a:p>
          <a:r>
            <a:rPr lang="en-US" b="0" i="0" baseline="0"/>
            <a:t>Powers </a:t>
          </a:r>
          <a:r>
            <a:rPr lang="en-US" b="1" i="0" baseline="0"/>
            <a:t>RAG, Agent, and Automation</a:t>
          </a:r>
          <a:r>
            <a:rPr lang="en-US" b="0" i="0" baseline="0"/>
            <a:t> systems</a:t>
          </a:r>
          <a:endParaRPr lang="en-US"/>
        </a:p>
      </dgm:t>
    </dgm:pt>
    <dgm:pt modelId="{D498B51B-88D7-4D97-8324-519DDCF161D7}" type="parTrans" cxnId="{5078E97C-F2D8-45E3-B54D-A0201C80E518}">
      <dgm:prSet/>
      <dgm:spPr/>
      <dgm:t>
        <a:bodyPr/>
        <a:lstStyle/>
        <a:p>
          <a:endParaRPr lang="en-US"/>
        </a:p>
      </dgm:t>
    </dgm:pt>
    <dgm:pt modelId="{E5B21706-019D-477B-B005-E795D186DCF3}" type="sibTrans" cxnId="{5078E97C-F2D8-45E3-B54D-A0201C80E518}">
      <dgm:prSet/>
      <dgm:spPr/>
      <dgm:t>
        <a:bodyPr/>
        <a:lstStyle/>
        <a:p>
          <a:endParaRPr lang="en-US"/>
        </a:p>
      </dgm:t>
    </dgm:pt>
    <dgm:pt modelId="{8CC0171D-B26C-4C56-8371-2CE6F047381F}">
      <dgm:prSet/>
      <dgm:spPr/>
      <dgm:t>
        <a:bodyPr/>
        <a:lstStyle/>
        <a:p>
          <a:r>
            <a:rPr lang="en-US" b="0" i="0" baseline="0"/>
            <a:t>Essential skill for AI roles in 2025+</a:t>
          </a:r>
          <a:endParaRPr lang="en-US"/>
        </a:p>
      </dgm:t>
    </dgm:pt>
    <dgm:pt modelId="{488C4C6B-9628-4AA5-9834-A1B9B3E0B9E5}" type="parTrans" cxnId="{363CB11A-1BDC-40F2-B79D-C93626502782}">
      <dgm:prSet/>
      <dgm:spPr/>
      <dgm:t>
        <a:bodyPr/>
        <a:lstStyle/>
        <a:p>
          <a:endParaRPr lang="en-US"/>
        </a:p>
      </dgm:t>
    </dgm:pt>
    <dgm:pt modelId="{C2FAD185-5425-4481-8930-7E49E06F4F31}" type="sibTrans" cxnId="{363CB11A-1BDC-40F2-B79D-C93626502782}">
      <dgm:prSet/>
      <dgm:spPr/>
      <dgm:t>
        <a:bodyPr/>
        <a:lstStyle/>
        <a:p>
          <a:endParaRPr lang="en-US"/>
        </a:p>
      </dgm:t>
    </dgm:pt>
    <dgm:pt modelId="{56231B33-B92D-4145-9F2C-0140C0EFBEC9}" type="pres">
      <dgm:prSet presAssocID="{6AF5AE0F-713E-46A8-AC39-26EBFE23CD71}" presName="root" presStyleCnt="0">
        <dgm:presLayoutVars>
          <dgm:dir/>
          <dgm:resizeHandles val="exact"/>
        </dgm:presLayoutVars>
      </dgm:prSet>
      <dgm:spPr/>
    </dgm:pt>
    <dgm:pt modelId="{CBE90F9A-B117-4D87-96DA-84F0BEDC2C3C}" type="pres">
      <dgm:prSet presAssocID="{F3278B7D-CC14-45D5-92E0-33330965A6E2}" presName="compNode" presStyleCnt="0"/>
      <dgm:spPr/>
    </dgm:pt>
    <dgm:pt modelId="{C1C6907E-6440-410C-B26D-84C455E45201}" type="pres">
      <dgm:prSet presAssocID="{F3278B7D-CC14-45D5-92E0-33330965A6E2}" presName="bgRect" presStyleLbl="bgShp" presStyleIdx="0" presStyleCnt="4"/>
      <dgm:spPr/>
    </dgm:pt>
    <dgm:pt modelId="{9889FD8D-1506-484A-811E-041BC7BF9428}" type="pres">
      <dgm:prSet presAssocID="{F3278B7D-CC14-45D5-92E0-33330965A6E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110856D1-4D78-44A2-9059-3C2643FB7C17}" type="pres">
      <dgm:prSet presAssocID="{F3278B7D-CC14-45D5-92E0-33330965A6E2}" presName="spaceRect" presStyleCnt="0"/>
      <dgm:spPr/>
    </dgm:pt>
    <dgm:pt modelId="{95FCD069-478C-4C12-868E-AEE9638DB5A9}" type="pres">
      <dgm:prSet presAssocID="{F3278B7D-CC14-45D5-92E0-33330965A6E2}" presName="parTx" presStyleLbl="revTx" presStyleIdx="0" presStyleCnt="4">
        <dgm:presLayoutVars>
          <dgm:chMax val="0"/>
          <dgm:chPref val="0"/>
        </dgm:presLayoutVars>
      </dgm:prSet>
      <dgm:spPr/>
    </dgm:pt>
    <dgm:pt modelId="{B60AE1C0-74BA-4F73-BF1F-CD42B7EDA897}" type="pres">
      <dgm:prSet presAssocID="{77D9E267-DB64-4FE9-8354-9755C5EDEC94}" presName="sibTrans" presStyleCnt="0"/>
      <dgm:spPr/>
    </dgm:pt>
    <dgm:pt modelId="{39CB678D-B60B-46D9-B4F6-4C7D2318B30B}" type="pres">
      <dgm:prSet presAssocID="{19EA8387-59DD-44D9-9593-4D4318299E15}" presName="compNode" presStyleCnt="0"/>
      <dgm:spPr/>
    </dgm:pt>
    <dgm:pt modelId="{3A54CCC6-F1BB-4036-9637-7B45D5A1A44F}" type="pres">
      <dgm:prSet presAssocID="{19EA8387-59DD-44D9-9593-4D4318299E15}" presName="bgRect" presStyleLbl="bgShp" presStyleIdx="1" presStyleCnt="4"/>
      <dgm:spPr/>
    </dgm:pt>
    <dgm:pt modelId="{4F61DA81-721A-4EF1-B14F-1F190213EA4A}" type="pres">
      <dgm:prSet presAssocID="{19EA8387-59DD-44D9-9593-4D4318299E15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ngel Face Outline"/>
        </a:ext>
      </dgm:extLst>
    </dgm:pt>
    <dgm:pt modelId="{E3FE3957-747E-4B10-B624-3F20141FA502}" type="pres">
      <dgm:prSet presAssocID="{19EA8387-59DD-44D9-9593-4D4318299E15}" presName="spaceRect" presStyleCnt="0"/>
      <dgm:spPr/>
    </dgm:pt>
    <dgm:pt modelId="{34554378-486B-46D6-9446-2BACC493DA24}" type="pres">
      <dgm:prSet presAssocID="{19EA8387-59DD-44D9-9593-4D4318299E15}" presName="parTx" presStyleLbl="revTx" presStyleIdx="1" presStyleCnt="4">
        <dgm:presLayoutVars>
          <dgm:chMax val="0"/>
          <dgm:chPref val="0"/>
        </dgm:presLayoutVars>
      </dgm:prSet>
      <dgm:spPr/>
    </dgm:pt>
    <dgm:pt modelId="{6086EBE5-DE23-4009-B0DA-64CCA534E23B}" type="pres">
      <dgm:prSet presAssocID="{F6465B9F-C960-4976-95BF-C7CC69FC3248}" presName="sibTrans" presStyleCnt="0"/>
      <dgm:spPr/>
    </dgm:pt>
    <dgm:pt modelId="{90243D74-8E64-46F6-87DF-587F73C6DA65}" type="pres">
      <dgm:prSet presAssocID="{8870C577-EAC8-4330-A10A-61B5B12AAA02}" presName="compNode" presStyleCnt="0"/>
      <dgm:spPr/>
    </dgm:pt>
    <dgm:pt modelId="{EFC6AB50-580A-47D9-BADD-56729A3C768A}" type="pres">
      <dgm:prSet presAssocID="{8870C577-EAC8-4330-A10A-61B5B12AAA02}" presName="bgRect" presStyleLbl="bgShp" presStyleIdx="2" presStyleCnt="4"/>
      <dgm:spPr/>
    </dgm:pt>
    <dgm:pt modelId="{48DDBD12-66CE-4C51-AC7B-3777E4ADD03B}" type="pres">
      <dgm:prSet presAssocID="{8870C577-EAC8-4330-A10A-61B5B12AAA0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xcavator"/>
        </a:ext>
      </dgm:extLst>
    </dgm:pt>
    <dgm:pt modelId="{71565A1A-DD6F-49F2-A8E9-42A71BB141CF}" type="pres">
      <dgm:prSet presAssocID="{8870C577-EAC8-4330-A10A-61B5B12AAA02}" presName="spaceRect" presStyleCnt="0"/>
      <dgm:spPr/>
    </dgm:pt>
    <dgm:pt modelId="{2C7D97C4-C156-4E49-B037-F92E9553B671}" type="pres">
      <dgm:prSet presAssocID="{8870C577-EAC8-4330-A10A-61B5B12AAA02}" presName="parTx" presStyleLbl="revTx" presStyleIdx="2" presStyleCnt="4">
        <dgm:presLayoutVars>
          <dgm:chMax val="0"/>
          <dgm:chPref val="0"/>
        </dgm:presLayoutVars>
      </dgm:prSet>
      <dgm:spPr/>
    </dgm:pt>
    <dgm:pt modelId="{73D84AFE-AB6A-463F-8A44-EF00E87AF1C4}" type="pres">
      <dgm:prSet presAssocID="{E5B21706-019D-477B-B005-E795D186DCF3}" presName="sibTrans" presStyleCnt="0"/>
      <dgm:spPr/>
    </dgm:pt>
    <dgm:pt modelId="{CEDC936F-CC66-4694-A3DC-22B503B2D711}" type="pres">
      <dgm:prSet presAssocID="{8CC0171D-B26C-4C56-8371-2CE6F047381F}" presName="compNode" presStyleCnt="0"/>
      <dgm:spPr/>
    </dgm:pt>
    <dgm:pt modelId="{A13BFEC6-27C9-4DB1-A219-2C5652FD2F84}" type="pres">
      <dgm:prSet presAssocID="{8CC0171D-B26C-4C56-8371-2CE6F047381F}" presName="bgRect" presStyleLbl="bgShp" presStyleIdx="3" presStyleCnt="4"/>
      <dgm:spPr/>
    </dgm:pt>
    <dgm:pt modelId="{736A4FA9-B7C3-4ECD-BE81-5CB1A3A655F2}" type="pres">
      <dgm:prSet presAssocID="{8CC0171D-B26C-4C56-8371-2CE6F047381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0306091D-1AD9-469F-99DA-56B1300F4164}" type="pres">
      <dgm:prSet presAssocID="{8CC0171D-B26C-4C56-8371-2CE6F047381F}" presName="spaceRect" presStyleCnt="0"/>
      <dgm:spPr/>
    </dgm:pt>
    <dgm:pt modelId="{02FD17E2-A872-450A-A9A5-DFAA8C70C582}" type="pres">
      <dgm:prSet presAssocID="{8CC0171D-B26C-4C56-8371-2CE6F047381F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363CB11A-1BDC-40F2-B79D-C93626502782}" srcId="{6AF5AE0F-713E-46A8-AC39-26EBFE23CD71}" destId="{8CC0171D-B26C-4C56-8371-2CE6F047381F}" srcOrd="3" destOrd="0" parTransId="{488C4C6B-9628-4AA5-9834-A1B9B3E0B9E5}" sibTransId="{C2FAD185-5425-4481-8930-7E49E06F4F31}"/>
    <dgm:cxn modelId="{FB46F43B-E654-4955-A329-F313C5FA510C}" srcId="{6AF5AE0F-713E-46A8-AC39-26EBFE23CD71}" destId="{19EA8387-59DD-44D9-9593-4D4318299E15}" srcOrd="1" destOrd="0" parTransId="{69B79508-77E1-47B1-B51C-3F88A198D77C}" sibTransId="{F6465B9F-C960-4976-95BF-C7CC69FC3248}"/>
    <dgm:cxn modelId="{C3D7E463-9400-40BF-B523-421ABB500D2D}" type="presOf" srcId="{6AF5AE0F-713E-46A8-AC39-26EBFE23CD71}" destId="{56231B33-B92D-4145-9F2C-0140C0EFBEC9}" srcOrd="0" destOrd="0" presId="urn:microsoft.com/office/officeart/2018/2/layout/IconVerticalSolidList"/>
    <dgm:cxn modelId="{5078E97C-F2D8-45E3-B54D-A0201C80E518}" srcId="{6AF5AE0F-713E-46A8-AC39-26EBFE23CD71}" destId="{8870C577-EAC8-4330-A10A-61B5B12AAA02}" srcOrd="2" destOrd="0" parTransId="{D498B51B-88D7-4D97-8324-519DDCF161D7}" sibTransId="{E5B21706-019D-477B-B005-E795D186DCF3}"/>
    <dgm:cxn modelId="{989551CA-17C9-4E57-988F-6C92A02FCFC3}" srcId="{6AF5AE0F-713E-46A8-AC39-26EBFE23CD71}" destId="{F3278B7D-CC14-45D5-92E0-33330965A6E2}" srcOrd="0" destOrd="0" parTransId="{6344F044-53DE-4180-B3A8-8F3B408E2208}" sibTransId="{77D9E267-DB64-4FE9-8354-9755C5EDEC94}"/>
    <dgm:cxn modelId="{F291D8D7-DD54-41BE-B706-8653481B7436}" type="presOf" srcId="{8870C577-EAC8-4330-A10A-61B5B12AAA02}" destId="{2C7D97C4-C156-4E49-B037-F92E9553B671}" srcOrd="0" destOrd="0" presId="urn:microsoft.com/office/officeart/2018/2/layout/IconVerticalSolidList"/>
    <dgm:cxn modelId="{84E24FE8-1679-45F2-9DC6-AFE03FE369A1}" type="presOf" srcId="{F3278B7D-CC14-45D5-92E0-33330965A6E2}" destId="{95FCD069-478C-4C12-868E-AEE9638DB5A9}" srcOrd="0" destOrd="0" presId="urn:microsoft.com/office/officeart/2018/2/layout/IconVerticalSolidList"/>
    <dgm:cxn modelId="{888909F2-6329-40BE-9612-DA0C90348E5B}" type="presOf" srcId="{19EA8387-59DD-44D9-9593-4D4318299E15}" destId="{34554378-486B-46D6-9446-2BACC493DA24}" srcOrd="0" destOrd="0" presId="urn:microsoft.com/office/officeart/2018/2/layout/IconVerticalSolidList"/>
    <dgm:cxn modelId="{1C4D39F9-D8FE-4175-ABA3-A630D00760FB}" type="presOf" srcId="{8CC0171D-B26C-4C56-8371-2CE6F047381F}" destId="{02FD17E2-A872-450A-A9A5-DFAA8C70C582}" srcOrd="0" destOrd="0" presId="urn:microsoft.com/office/officeart/2018/2/layout/IconVerticalSolidList"/>
    <dgm:cxn modelId="{D8A48962-CA95-43B6-9129-8DA7B77B0814}" type="presParOf" srcId="{56231B33-B92D-4145-9F2C-0140C0EFBEC9}" destId="{CBE90F9A-B117-4D87-96DA-84F0BEDC2C3C}" srcOrd="0" destOrd="0" presId="urn:microsoft.com/office/officeart/2018/2/layout/IconVerticalSolidList"/>
    <dgm:cxn modelId="{7425A61E-EB7D-4307-B8DA-1A41F7ED95E4}" type="presParOf" srcId="{CBE90F9A-B117-4D87-96DA-84F0BEDC2C3C}" destId="{C1C6907E-6440-410C-B26D-84C455E45201}" srcOrd="0" destOrd="0" presId="urn:microsoft.com/office/officeart/2018/2/layout/IconVerticalSolidList"/>
    <dgm:cxn modelId="{97BA655F-714D-4FA4-BBD9-9CF1C919867C}" type="presParOf" srcId="{CBE90F9A-B117-4D87-96DA-84F0BEDC2C3C}" destId="{9889FD8D-1506-484A-811E-041BC7BF9428}" srcOrd="1" destOrd="0" presId="urn:microsoft.com/office/officeart/2018/2/layout/IconVerticalSolidList"/>
    <dgm:cxn modelId="{828F2DA3-8F31-4DD0-B2F2-557448217936}" type="presParOf" srcId="{CBE90F9A-B117-4D87-96DA-84F0BEDC2C3C}" destId="{110856D1-4D78-44A2-9059-3C2643FB7C17}" srcOrd="2" destOrd="0" presId="urn:microsoft.com/office/officeart/2018/2/layout/IconVerticalSolidList"/>
    <dgm:cxn modelId="{66FECD67-350F-4E24-ADF5-B57B7C816372}" type="presParOf" srcId="{CBE90F9A-B117-4D87-96DA-84F0BEDC2C3C}" destId="{95FCD069-478C-4C12-868E-AEE9638DB5A9}" srcOrd="3" destOrd="0" presId="urn:microsoft.com/office/officeart/2018/2/layout/IconVerticalSolidList"/>
    <dgm:cxn modelId="{56BB1C1E-2514-4710-8677-C2321D8EB102}" type="presParOf" srcId="{56231B33-B92D-4145-9F2C-0140C0EFBEC9}" destId="{B60AE1C0-74BA-4F73-BF1F-CD42B7EDA897}" srcOrd="1" destOrd="0" presId="urn:microsoft.com/office/officeart/2018/2/layout/IconVerticalSolidList"/>
    <dgm:cxn modelId="{5DA748A2-66EC-4A08-85A5-15554229601F}" type="presParOf" srcId="{56231B33-B92D-4145-9F2C-0140C0EFBEC9}" destId="{39CB678D-B60B-46D9-B4F6-4C7D2318B30B}" srcOrd="2" destOrd="0" presId="urn:microsoft.com/office/officeart/2018/2/layout/IconVerticalSolidList"/>
    <dgm:cxn modelId="{B65B7853-7044-4C56-A0F6-5880E37D6DBF}" type="presParOf" srcId="{39CB678D-B60B-46D9-B4F6-4C7D2318B30B}" destId="{3A54CCC6-F1BB-4036-9637-7B45D5A1A44F}" srcOrd="0" destOrd="0" presId="urn:microsoft.com/office/officeart/2018/2/layout/IconVerticalSolidList"/>
    <dgm:cxn modelId="{5FFE584A-A802-485F-B2F1-41A7EC838043}" type="presParOf" srcId="{39CB678D-B60B-46D9-B4F6-4C7D2318B30B}" destId="{4F61DA81-721A-4EF1-B14F-1F190213EA4A}" srcOrd="1" destOrd="0" presId="urn:microsoft.com/office/officeart/2018/2/layout/IconVerticalSolidList"/>
    <dgm:cxn modelId="{53FB52AE-22DE-4B37-99A1-18523F2DD976}" type="presParOf" srcId="{39CB678D-B60B-46D9-B4F6-4C7D2318B30B}" destId="{E3FE3957-747E-4B10-B624-3F20141FA502}" srcOrd="2" destOrd="0" presId="urn:microsoft.com/office/officeart/2018/2/layout/IconVerticalSolidList"/>
    <dgm:cxn modelId="{C7756F49-4571-4BB8-9A67-F3A1E2610C5E}" type="presParOf" srcId="{39CB678D-B60B-46D9-B4F6-4C7D2318B30B}" destId="{34554378-486B-46D6-9446-2BACC493DA24}" srcOrd="3" destOrd="0" presId="urn:microsoft.com/office/officeart/2018/2/layout/IconVerticalSolidList"/>
    <dgm:cxn modelId="{EFFC7805-C905-49B6-BED5-9311296F9C0D}" type="presParOf" srcId="{56231B33-B92D-4145-9F2C-0140C0EFBEC9}" destId="{6086EBE5-DE23-4009-B0DA-64CCA534E23B}" srcOrd="3" destOrd="0" presId="urn:microsoft.com/office/officeart/2018/2/layout/IconVerticalSolidList"/>
    <dgm:cxn modelId="{0D9EC659-2682-4B65-8301-AF3D56A980D5}" type="presParOf" srcId="{56231B33-B92D-4145-9F2C-0140C0EFBEC9}" destId="{90243D74-8E64-46F6-87DF-587F73C6DA65}" srcOrd="4" destOrd="0" presId="urn:microsoft.com/office/officeart/2018/2/layout/IconVerticalSolidList"/>
    <dgm:cxn modelId="{E9EADCE8-059C-4D15-BD7E-70588D78AC24}" type="presParOf" srcId="{90243D74-8E64-46F6-87DF-587F73C6DA65}" destId="{EFC6AB50-580A-47D9-BADD-56729A3C768A}" srcOrd="0" destOrd="0" presId="urn:microsoft.com/office/officeart/2018/2/layout/IconVerticalSolidList"/>
    <dgm:cxn modelId="{2A97D21D-F3F7-4455-9445-BA704F79DFEC}" type="presParOf" srcId="{90243D74-8E64-46F6-87DF-587F73C6DA65}" destId="{48DDBD12-66CE-4C51-AC7B-3777E4ADD03B}" srcOrd="1" destOrd="0" presId="urn:microsoft.com/office/officeart/2018/2/layout/IconVerticalSolidList"/>
    <dgm:cxn modelId="{39E4AD3C-A39E-46E4-BC67-C179ADCB612E}" type="presParOf" srcId="{90243D74-8E64-46F6-87DF-587F73C6DA65}" destId="{71565A1A-DD6F-49F2-A8E9-42A71BB141CF}" srcOrd="2" destOrd="0" presId="urn:microsoft.com/office/officeart/2018/2/layout/IconVerticalSolidList"/>
    <dgm:cxn modelId="{F58949EF-DD71-4B4D-893D-CAEFEB21B317}" type="presParOf" srcId="{90243D74-8E64-46F6-87DF-587F73C6DA65}" destId="{2C7D97C4-C156-4E49-B037-F92E9553B671}" srcOrd="3" destOrd="0" presId="urn:microsoft.com/office/officeart/2018/2/layout/IconVerticalSolidList"/>
    <dgm:cxn modelId="{91E2FA5B-5D75-46D5-9C87-8ADA1F514033}" type="presParOf" srcId="{56231B33-B92D-4145-9F2C-0140C0EFBEC9}" destId="{73D84AFE-AB6A-463F-8A44-EF00E87AF1C4}" srcOrd="5" destOrd="0" presId="urn:microsoft.com/office/officeart/2018/2/layout/IconVerticalSolidList"/>
    <dgm:cxn modelId="{EA130E54-9836-4146-A10C-E52C24E274D3}" type="presParOf" srcId="{56231B33-B92D-4145-9F2C-0140C0EFBEC9}" destId="{CEDC936F-CC66-4694-A3DC-22B503B2D711}" srcOrd="6" destOrd="0" presId="urn:microsoft.com/office/officeart/2018/2/layout/IconVerticalSolidList"/>
    <dgm:cxn modelId="{75357C03-CFCA-4AC9-A2D1-25EBB9456F04}" type="presParOf" srcId="{CEDC936F-CC66-4694-A3DC-22B503B2D711}" destId="{A13BFEC6-27C9-4DB1-A219-2C5652FD2F84}" srcOrd="0" destOrd="0" presId="urn:microsoft.com/office/officeart/2018/2/layout/IconVerticalSolidList"/>
    <dgm:cxn modelId="{C455B1BA-B42E-4E5A-837C-CA552B2D006C}" type="presParOf" srcId="{CEDC936F-CC66-4694-A3DC-22B503B2D711}" destId="{736A4FA9-B7C3-4ECD-BE81-5CB1A3A655F2}" srcOrd="1" destOrd="0" presId="urn:microsoft.com/office/officeart/2018/2/layout/IconVerticalSolidList"/>
    <dgm:cxn modelId="{2C80022E-4144-43B2-94F2-561998D7113E}" type="presParOf" srcId="{CEDC936F-CC66-4694-A3DC-22B503B2D711}" destId="{0306091D-1AD9-469F-99DA-56B1300F4164}" srcOrd="2" destOrd="0" presId="urn:microsoft.com/office/officeart/2018/2/layout/IconVerticalSolidList"/>
    <dgm:cxn modelId="{62E94B00-175E-4393-B552-6531D1094C41}" type="presParOf" srcId="{CEDC936F-CC66-4694-A3DC-22B503B2D711}" destId="{02FD17E2-A872-450A-A9A5-DFAA8C70C58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13CB52-785E-4353-B4BA-5D5B505234EC}">
      <dsp:nvSpPr>
        <dsp:cNvPr id="0" name=""/>
        <dsp:cNvSpPr/>
      </dsp:nvSpPr>
      <dsp:spPr>
        <a:xfrm>
          <a:off x="0" y="740056"/>
          <a:ext cx="3043237" cy="193245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423025-94D1-4797-83DF-C10D5EE55A52}">
      <dsp:nvSpPr>
        <dsp:cNvPr id="0" name=""/>
        <dsp:cNvSpPr/>
      </dsp:nvSpPr>
      <dsp:spPr>
        <a:xfrm>
          <a:off x="338137" y="1061286"/>
          <a:ext cx="3043237" cy="19324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You can chat with models- but can you </a:t>
          </a:r>
          <a:r>
            <a:rPr lang="en-US" sz="2000" i="1" kern="1200"/>
            <a:t>build with them</a:t>
          </a:r>
          <a:endParaRPr lang="en-US" sz="2000" kern="1200"/>
        </a:p>
      </dsp:txBody>
      <dsp:txXfrm>
        <a:off x="394737" y="1117886"/>
        <a:ext cx="2930037" cy="1819255"/>
      </dsp:txXfrm>
    </dsp:sp>
    <dsp:sp modelId="{0AF93F17-A251-4B75-ABC4-880BE5D986B7}">
      <dsp:nvSpPr>
        <dsp:cNvPr id="0" name=""/>
        <dsp:cNvSpPr/>
      </dsp:nvSpPr>
      <dsp:spPr>
        <a:xfrm>
          <a:off x="3719512" y="740056"/>
          <a:ext cx="3043237" cy="193245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EA3777-CD17-4F70-A02F-B39C15C57584}">
      <dsp:nvSpPr>
        <dsp:cNvPr id="0" name=""/>
        <dsp:cNvSpPr/>
      </dsp:nvSpPr>
      <dsp:spPr>
        <a:xfrm>
          <a:off x="4057650" y="1061286"/>
          <a:ext cx="3043237" cy="19324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The real challenge: making AI apps that understand </a:t>
          </a:r>
          <a:r>
            <a:rPr lang="en-US" sz="2000" b="1" kern="1200"/>
            <a:t>your data</a:t>
          </a:r>
          <a:r>
            <a:rPr lang="en-US" sz="2000" kern="1200"/>
            <a:t>, use </a:t>
          </a:r>
          <a:r>
            <a:rPr lang="en-US" sz="2000" b="1" kern="1200"/>
            <a:t>tools</a:t>
          </a:r>
          <a:r>
            <a:rPr lang="en-US" sz="2000" kern="1200"/>
            <a:t>, and give </a:t>
          </a:r>
          <a:r>
            <a:rPr lang="en-US" sz="2000" b="1" kern="1200"/>
            <a:t>consistent results</a:t>
          </a:r>
          <a:endParaRPr lang="en-US" sz="2000" kern="1200"/>
        </a:p>
      </dsp:txBody>
      <dsp:txXfrm>
        <a:off x="4114250" y="1117886"/>
        <a:ext cx="2930037" cy="1819255"/>
      </dsp:txXfrm>
    </dsp:sp>
    <dsp:sp modelId="{A59CA422-888D-4D59-93DA-DE30114A751D}">
      <dsp:nvSpPr>
        <dsp:cNvPr id="0" name=""/>
        <dsp:cNvSpPr/>
      </dsp:nvSpPr>
      <dsp:spPr>
        <a:xfrm>
          <a:off x="7439025" y="740056"/>
          <a:ext cx="3043237" cy="193245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265794-6347-495B-8A71-F503A636AF77}">
      <dsp:nvSpPr>
        <dsp:cNvPr id="0" name=""/>
        <dsp:cNvSpPr/>
      </dsp:nvSpPr>
      <dsp:spPr>
        <a:xfrm>
          <a:off x="7777162" y="1061286"/>
          <a:ext cx="3043237" cy="19324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That’s where </a:t>
          </a:r>
          <a:r>
            <a:rPr lang="en-US" sz="2000" b="1" kern="1200"/>
            <a:t>LangChain</a:t>
          </a:r>
          <a:r>
            <a:rPr lang="en-US" sz="2000" kern="1200"/>
            <a:t> comes in.</a:t>
          </a:r>
        </a:p>
      </dsp:txBody>
      <dsp:txXfrm>
        <a:off x="7833762" y="1117886"/>
        <a:ext cx="2930037" cy="181925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5C5D88-1A14-44F1-9E67-0940050690A8}">
      <dsp:nvSpPr>
        <dsp:cNvPr id="0" name=""/>
        <dsp:cNvSpPr/>
      </dsp:nvSpPr>
      <dsp:spPr>
        <a:xfrm>
          <a:off x="3150025" y="364523"/>
          <a:ext cx="1866304" cy="18663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/>
            <a:t>No </a:t>
          </a:r>
          <a:r>
            <a:rPr lang="en-IN" sz="2000" b="1" kern="1200"/>
            <a:t>memory</a:t>
          </a:r>
          <a:r>
            <a:rPr lang="en-IN" sz="2000" kern="1200"/>
            <a:t> or personalization</a:t>
          </a:r>
          <a:endParaRPr lang="en-US" sz="2000" kern="1200"/>
        </a:p>
      </dsp:txBody>
      <dsp:txXfrm>
        <a:off x="3150025" y="364523"/>
        <a:ext cx="1866304" cy="1866304"/>
      </dsp:txXfrm>
    </dsp:sp>
    <dsp:sp modelId="{04D3B6C6-3B7B-4A80-B545-F735795EFDF2}">
      <dsp:nvSpPr>
        <dsp:cNvPr id="0" name=""/>
        <dsp:cNvSpPr/>
      </dsp:nvSpPr>
      <dsp:spPr>
        <a:xfrm>
          <a:off x="309105" y="-2199"/>
          <a:ext cx="4410989" cy="4410989"/>
        </a:xfrm>
        <a:prstGeom prst="circularArrow">
          <a:avLst>
            <a:gd name="adj1" fmla="val 8251"/>
            <a:gd name="adj2" fmla="val 576292"/>
            <a:gd name="adj3" fmla="val 2963052"/>
            <a:gd name="adj4" fmla="val 52261"/>
            <a:gd name="adj5" fmla="val 9626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917851-55AD-4B91-834A-4842E79F3EC8}">
      <dsp:nvSpPr>
        <dsp:cNvPr id="0" name=""/>
        <dsp:cNvSpPr/>
      </dsp:nvSpPr>
      <dsp:spPr>
        <a:xfrm>
          <a:off x="1581447" y="3081380"/>
          <a:ext cx="1866304" cy="18663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Can’t call APIs or fetch documents</a:t>
          </a:r>
          <a:endParaRPr lang="en-US" sz="2000" kern="1200"/>
        </a:p>
      </dsp:txBody>
      <dsp:txXfrm>
        <a:off x="1581447" y="3081380"/>
        <a:ext cx="1866304" cy="1866304"/>
      </dsp:txXfrm>
    </dsp:sp>
    <dsp:sp modelId="{D5A01BDA-9BDF-48DD-A3DA-1B7007F0CAC9}">
      <dsp:nvSpPr>
        <dsp:cNvPr id="0" name=""/>
        <dsp:cNvSpPr/>
      </dsp:nvSpPr>
      <dsp:spPr>
        <a:xfrm>
          <a:off x="309105" y="-2199"/>
          <a:ext cx="4410989" cy="4410989"/>
        </a:xfrm>
        <a:prstGeom prst="circularArrow">
          <a:avLst>
            <a:gd name="adj1" fmla="val 8251"/>
            <a:gd name="adj2" fmla="val 576292"/>
            <a:gd name="adj3" fmla="val 10171447"/>
            <a:gd name="adj4" fmla="val 7260655"/>
            <a:gd name="adj5" fmla="val 9626"/>
          </a:avLst>
        </a:prstGeom>
        <a:solidFill>
          <a:schemeClr val="accent5">
            <a:hueOff val="-10661560"/>
            <a:satOff val="6060"/>
            <a:lumOff val="-500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65EDED-178C-4E33-A301-0E53F48AEA2C}">
      <dsp:nvSpPr>
        <dsp:cNvPr id="0" name=""/>
        <dsp:cNvSpPr/>
      </dsp:nvSpPr>
      <dsp:spPr>
        <a:xfrm>
          <a:off x="12869" y="364523"/>
          <a:ext cx="1866304" cy="18663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Struggles with </a:t>
          </a:r>
          <a:r>
            <a:rPr lang="en-US" sz="2000" b="1" kern="1200"/>
            <a:t>factual answers</a:t>
          </a:r>
          <a:r>
            <a:rPr lang="en-US" sz="2000" kern="1200"/>
            <a:t> or </a:t>
          </a:r>
          <a:r>
            <a:rPr lang="en-US" sz="2000" b="1" kern="1200"/>
            <a:t>custom tasks</a:t>
          </a:r>
          <a:endParaRPr lang="en-US" sz="2000" kern="1200"/>
        </a:p>
      </dsp:txBody>
      <dsp:txXfrm>
        <a:off x="12869" y="364523"/>
        <a:ext cx="1866304" cy="1866304"/>
      </dsp:txXfrm>
    </dsp:sp>
    <dsp:sp modelId="{0865B99C-ADB1-438F-BCCC-FE3A900902A9}">
      <dsp:nvSpPr>
        <dsp:cNvPr id="0" name=""/>
        <dsp:cNvSpPr/>
      </dsp:nvSpPr>
      <dsp:spPr>
        <a:xfrm>
          <a:off x="309105" y="-2199"/>
          <a:ext cx="4410989" cy="4410989"/>
        </a:xfrm>
        <a:prstGeom prst="circularArrow">
          <a:avLst>
            <a:gd name="adj1" fmla="val 8251"/>
            <a:gd name="adj2" fmla="val 576292"/>
            <a:gd name="adj3" fmla="val 16855971"/>
            <a:gd name="adj4" fmla="val 14967737"/>
            <a:gd name="adj5" fmla="val 9626"/>
          </a:avLst>
        </a:prstGeom>
        <a:solidFill>
          <a:schemeClr val="accent5">
            <a:hueOff val="-21323121"/>
            <a:satOff val="12119"/>
            <a:lumOff val="-1000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EE9BB0-C1B8-4864-BA15-D2ED6FC3C3BB}">
      <dsp:nvSpPr>
        <dsp:cNvPr id="0" name=""/>
        <dsp:cNvSpPr/>
      </dsp:nvSpPr>
      <dsp:spPr>
        <a:xfrm>
          <a:off x="0" y="490509"/>
          <a:ext cx="10515600" cy="905555"/>
        </a:xfrm>
        <a:prstGeom prst="roundRect">
          <a:avLst>
            <a:gd name="adj" fmla="val 10000"/>
          </a:avLst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2D8487-3A33-4BAE-8FBD-82F88DC70DCC}">
      <dsp:nvSpPr>
        <dsp:cNvPr id="0" name=""/>
        <dsp:cNvSpPr/>
      </dsp:nvSpPr>
      <dsp:spPr>
        <a:xfrm>
          <a:off x="273930" y="694259"/>
          <a:ext cx="498055" cy="49805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6B3121-DD85-4373-810D-6CBF106C2D8B}">
      <dsp:nvSpPr>
        <dsp:cNvPr id="0" name=""/>
        <dsp:cNvSpPr/>
      </dsp:nvSpPr>
      <dsp:spPr>
        <a:xfrm>
          <a:off x="1045916" y="490509"/>
          <a:ext cx="9469683" cy="9055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838" tIns="95838" rIns="95838" bIns="95838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 err="1"/>
            <a:t>LangChain</a:t>
          </a:r>
          <a:r>
            <a:rPr lang="en-US" sz="2300" kern="1200" dirty="0"/>
            <a:t> = the developer framework for building </a:t>
          </a:r>
          <a:r>
            <a:rPr lang="en-US" sz="2300" b="1" i="1" kern="1200" dirty="0"/>
            <a:t>context-aware, data-connected</a:t>
          </a:r>
          <a:endParaRPr lang="en-US" sz="2300" b="1" kern="1200" dirty="0"/>
        </a:p>
      </dsp:txBody>
      <dsp:txXfrm>
        <a:off x="1045916" y="490509"/>
        <a:ext cx="9469683" cy="905555"/>
      </dsp:txXfrm>
    </dsp:sp>
    <dsp:sp modelId="{EF87F979-F692-432B-91F5-899586DE24A9}">
      <dsp:nvSpPr>
        <dsp:cNvPr id="0" name=""/>
        <dsp:cNvSpPr/>
      </dsp:nvSpPr>
      <dsp:spPr>
        <a:xfrm>
          <a:off x="0" y="1622453"/>
          <a:ext cx="10515600" cy="905555"/>
        </a:xfrm>
        <a:prstGeom prst="roundRect">
          <a:avLst>
            <a:gd name="adj" fmla="val 10000"/>
          </a:avLst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6818D9-63A0-46DA-9459-3D5DDB2273B1}">
      <dsp:nvSpPr>
        <dsp:cNvPr id="0" name=""/>
        <dsp:cNvSpPr/>
      </dsp:nvSpPr>
      <dsp:spPr>
        <a:xfrm>
          <a:off x="273930" y="1826203"/>
          <a:ext cx="498055" cy="49805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C3D1AF-514A-46E4-B759-C0EE2FA66220}">
      <dsp:nvSpPr>
        <dsp:cNvPr id="0" name=""/>
        <dsp:cNvSpPr/>
      </dsp:nvSpPr>
      <dsp:spPr>
        <a:xfrm>
          <a:off x="1045916" y="1622453"/>
          <a:ext cx="9469683" cy="9055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838" tIns="95838" rIns="95838" bIns="95838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/>
            <a:t>LLM 🔗 Prompts 🔗 Tools 🔗 Memory 🔗 Data</a:t>
          </a:r>
          <a:r>
            <a:rPr lang="en-US" sz="2300" i="1" kern="1200"/>
            <a:t>, tool-using AI apps.</a:t>
          </a:r>
          <a:endParaRPr lang="en-US" sz="2300" kern="1200"/>
        </a:p>
      </dsp:txBody>
      <dsp:txXfrm>
        <a:off x="1045916" y="1622453"/>
        <a:ext cx="9469683" cy="90555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EDD145-AD37-4451-B3E7-4ABE224B2C1E}">
      <dsp:nvSpPr>
        <dsp:cNvPr id="0" name=""/>
        <dsp:cNvSpPr/>
      </dsp:nvSpPr>
      <dsp:spPr>
        <a:xfrm>
          <a:off x="0" y="2878"/>
          <a:ext cx="10144560" cy="613176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550DFF-44B1-42C2-B512-E2BF23D53137}">
      <dsp:nvSpPr>
        <dsp:cNvPr id="0" name=""/>
        <dsp:cNvSpPr/>
      </dsp:nvSpPr>
      <dsp:spPr>
        <a:xfrm>
          <a:off x="185485" y="140843"/>
          <a:ext cx="337246" cy="33724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AAAA56-05C4-41BE-A6B3-98EAABBB79C2}">
      <dsp:nvSpPr>
        <dsp:cNvPr id="0" name=""/>
        <dsp:cNvSpPr/>
      </dsp:nvSpPr>
      <dsp:spPr>
        <a:xfrm>
          <a:off x="708218" y="2878"/>
          <a:ext cx="9436341" cy="6131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894" tIns="64894" rIns="64894" bIns="6489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🔍 Chatbots with memory</a:t>
          </a:r>
        </a:p>
      </dsp:txBody>
      <dsp:txXfrm>
        <a:off x="708218" y="2878"/>
        <a:ext cx="9436341" cy="613176"/>
      </dsp:txXfrm>
    </dsp:sp>
    <dsp:sp modelId="{B2FE29E0-F43C-48FB-A4BF-DD34A0AE7C73}">
      <dsp:nvSpPr>
        <dsp:cNvPr id="0" name=""/>
        <dsp:cNvSpPr/>
      </dsp:nvSpPr>
      <dsp:spPr>
        <a:xfrm>
          <a:off x="0" y="769349"/>
          <a:ext cx="10144560" cy="613176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2F93FD-98FA-4F78-8941-F189707B0CC4}">
      <dsp:nvSpPr>
        <dsp:cNvPr id="0" name=""/>
        <dsp:cNvSpPr/>
      </dsp:nvSpPr>
      <dsp:spPr>
        <a:xfrm>
          <a:off x="185485" y="907313"/>
          <a:ext cx="337246" cy="33724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80AA9D-0545-44CB-B046-848E611E19C5}">
      <dsp:nvSpPr>
        <dsp:cNvPr id="0" name=""/>
        <dsp:cNvSpPr/>
      </dsp:nvSpPr>
      <dsp:spPr>
        <a:xfrm>
          <a:off x="708218" y="769349"/>
          <a:ext cx="9436341" cy="6131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894" tIns="64894" rIns="64894" bIns="6489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📚 RAG-based assistants</a:t>
          </a:r>
        </a:p>
      </dsp:txBody>
      <dsp:txXfrm>
        <a:off x="708218" y="769349"/>
        <a:ext cx="9436341" cy="613176"/>
      </dsp:txXfrm>
    </dsp:sp>
    <dsp:sp modelId="{D0479FF0-F23E-4340-8F2F-4CC6A7700CCA}">
      <dsp:nvSpPr>
        <dsp:cNvPr id="0" name=""/>
        <dsp:cNvSpPr/>
      </dsp:nvSpPr>
      <dsp:spPr>
        <a:xfrm>
          <a:off x="0" y="1535819"/>
          <a:ext cx="10144560" cy="613176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BF5DDD-E7A8-4DBA-88F9-A92AABD1BB03}">
      <dsp:nvSpPr>
        <dsp:cNvPr id="0" name=""/>
        <dsp:cNvSpPr/>
      </dsp:nvSpPr>
      <dsp:spPr>
        <a:xfrm>
          <a:off x="185485" y="1673784"/>
          <a:ext cx="337246" cy="33724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2F14FB-FD62-4A1F-AF53-356DFD0084D0}">
      <dsp:nvSpPr>
        <dsp:cNvPr id="0" name=""/>
        <dsp:cNvSpPr/>
      </dsp:nvSpPr>
      <dsp:spPr>
        <a:xfrm>
          <a:off x="708218" y="1535819"/>
          <a:ext cx="9436341" cy="6131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894" tIns="64894" rIns="64894" bIns="6489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🧠 Agents that use APIs</a:t>
          </a:r>
        </a:p>
      </dsp:txBody>
      <dsp:txXfrm>
        <a:off x="708218" y="1535819"/>
        <a:ext cx="9436341" cy="613176"/>
      </dsp:txXfrm>
    </dsp:sp>
    <dsp:sp modelId="{BEB31593-25EE-48B4-B510-DAB043F67ADB}">
      <dsp:nvSpPr>
        <dsp:cNvPr id="0" name=""/>
        <dsp:cNvSpPr/>
      </dsp:nvSpPr>
      <dsp:spPr>
        <a:xfrm>
          <a:off x="0" y="2302289"/>
          <a:ext cx="10144560" cy="613176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1D3136-D290-43E3-9F33-8903151A734F}">
      <dsp:nvSpPr>
        <dsp:cNvPr id="0" name=""/>
        <dsp:cNvSpPr/>
      </dsp:nvSpPr>
      <dsp:spPr>
        <a:xfrm>
          <a:off x="185485" y="2440254"/>
          <a:ext cx="337246" cy="33724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16FC29-CF15-445F-8044-BFF52D81C992}">
      <dsp:nvSpPr>
        <dsp:cNvPr id="0" name=""/>
        <dsp:cNvSpPr/>
      </dsp:nvSpPr>
      <dsp:spPr>
        <a:xfrm>
          <a:off x="708218" y="2302289"/>
          <a:ext cx="9436341" cy="6131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894" tIns="64894" rIns="64894" bIns="6489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📊 Document summarizers</a:t>
          </a:r>
        </a:p>
      </dsp:txBody>
      <dsp:txXfrm>
        <a:off x="708218" y="2302289"/>
        <a:ext cx="9436341" cy="613176"/>
      </dsp:txXfrm>
    </dsp:sp>
    <dsp:sp modelId="{FCDC97C6-1256-4297-A32B-0BA22FAA2DA0}">
      <dsp:nvSpPr>
        <dsp:cNvPr id="0" name=""/>
        <dsp:cNvSpPr/>
      </dsp:nvSpPr>
      <dsp:spPr>
        <a:xfrm>
          <a:off x="0" y="3068759"/>
          <a:ext cx="10144560" cy="613176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0A37A5-AB47-4AF9-AF42-018A84D177CD}">
      <dsp:nvSpPr>
        <dsp:cNvPr id="0" name=""/>
        <dsp:cNvSpPr/>
      </dsp:nvSpPr>
      <dsp:spPr>
        <a:xfrm>
          <a:off x="185485" y="3206724"/>
          <a:ext cx="337246" cy="33724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316F49-642A-482E-A6F9-2C337183AAD1}">
      <dsp:nvSpPr>
        <dsp:cNvPr id="0" name=""/>
        <dsp:cNvSpPr/>
      </dsp:nvSpPr>
      <dsp:spPr>
        <a:xfrm>
          <a:off x="708218" y="3068759"/>
          <a:ext cx="9436341" cy="6131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894" tIns="64894" rIns="64894" bIns="6489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💬 Email + content generators</a:t>
          </a:r>
        </a:p>
      </dsp:txBody>
      <dsp:txXfrm>
        <a:off x="708218" y="3068759"/>
        <a:ext cx="9436341" cy="61317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43BD61-6828-441F-9911-CC4227B05AC6}">
      <dsp:nvSpPr>
        <dsp:cNvPr id="0" name=""/>
        <dsp:cNvSpPr/>
      </dsp:nvSpPr>
      <dsp:spPr>
        <a:xfrm>
          <a:off x="0" y="210917"/>
          <a:ext cx="5141912" cy="158300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b="0" i="0" kern="1200" baseline="0"/>
            <a:t>Upload your resume (PDF)</a:t>
          </a:r>
          <a:endParaRPr lang="en-US" sz="4100" kern="1200"/>
        </a:p>
      </dsp:txBody>
      <dsp:txXfrm>
        <a:off x="77276" y="288193"/>
        <a:ext cx="4987360" cy="1428457"/>
      </dsp:txXfrm>
    </dsp:sp>
    <dsp:sp modelId="{E7AFFAE8-3203-4A79-B717-29CAA78498E7}">
      <dsp:nvSpPr>
        <dsp:cNvPr id="0" name=""/>
        <dsp:cNvSpPr/>
      </dsp:nvSpPr>
      <dsp:spPr>
        <a:xfrm>
          <a:off x="0" y="1912007"/>
          <a:ext cx="5141912" cy="1583009"/>
        </a:xfrm>
        <a:prstGeom prst="roundRect">
          <a:avLst/>
        </a:prstGeom>
        <a:solidFill>
          <a:schemeClr val="accent2">
            <a:hueOff val="953895"/>
            <a:satOff val="-21764"/>
            <a:lumOff val="803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b="0" i="0" kern="1200" baseline="0"/>
            <a:t>LangChain extracts + embeds text</a:t>
          </a:r>
          <a:endParaRPr lang="en-US" sz="4100" kern="1200"/>
        </a:p>
      </dsp:txBody>
      <dsp:txXfrm>
        <a:off x="77276" y="1989283"/>
        <a:ext cx="4987360" cy="1428457"/>
      </dsp:txXfrm>
    </dsp:sp>
    <dsp:sp modelId="{F5B5D10E-BC05-41AA-8877-8E07FD53C7EC}">
      <dsp:nvSpPr>
        <dsp:cNvPr id="0" name=""/>
        <dsp:cNvSpPr/>
      </dsp:nvSpPr>
      <dsp:spPr>
        <a:xfrm>
          <a:off x="0" y="3613097"/>
          <a:ext cx="5141912" cy="1583009"/>
        </a:xfrm>
        <a:prstGeom prst="roundRect">
          <a:avLst/>
        </a:prstGeom>
        <a:solidFill>
          <a:schemeClr val="accent2">
            <a:hueOff val="1907789"/>
            <a:satOff val="-43528"/>
            <a:lumOff val="1607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b="0" i="0" kern="1200" baseline="0"/>
            <a:t>LLM grades and summarizes it</a:t>
          </a:r>
          <a:endParaRPr lang="en-US" sz="4100" kern="1200"/>
        </a:p>
      </dsp:txBody>
      <dsp:txXfrm>
        <a:off x="77276" y="3690373"/>
        <a:ext cx="4987360" cy="142845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9F7233-C5E4-4604-BDFD-75E981689123}">
      <dsp:nvSpPr>
        <dsp:cNvPr id="0" name=""/>
        <dsp:cNvSpPr/>
      </dsp:nvSpPr>
      <dsp:spPr>
        <a:xfrm>
          <a:off x="0" y="3263426"/>
          <a:ext cx="5141912" cy="214116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8920" tIns="248920" rIns="248920" bIns="24892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b="0" i="0" kern="1200" baseline="0"/>
            <a:t>You can extend it with:</a:t>
          </a:r>
          <a:endParaRPr lang="en-US" sz="3500" kern="1200"/>
        </a:p>
      </dsp:txBody>
      <dsp:txXfrm>
        <a:off x="0" y="3263426"/>
        <a:ext cx="5141912" cy="1156226"/>
      </dsp:txXfrm>
    </dsp:sp>
    <dsp:sp modelId="{7AE18BCE-2B4E-4A76-92B9-86B20BFE745F}">
      <dsp:nvSpPr>
        <dsp:cNvPr id="0" name=""/>
        <dsp:cNvSpPr/>
      </dsp:nvSpPr>
      <dsp:spPr>
        <a:xfrm>
          <a:off x="2510" y="4376829"/>
          <a:ext cx="1712296" cy="984933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🧠 </a:t>
          </a:r>
          <a:r>
            <a:rPr lang="en-US" sz="1600" b="0" i="1" kern="1200" baseline="0"/>
            <a:t>Embeddings</a:t>
          </a:r>
          <a:r>
            <a:rPr lang="en-US" sz="1600" b="0" i="0" kern="1200" baseline="0"/>
            <a:t> for semantic search</a:t>
          </a:r>
          <a:endParaRPr lang="en-US" sz="1600" kern="1200"/>
        </a:p>
      </dsp:txBody>
      <dsp:txXfrm>
        <a:off x="2510" y="4376829"/>
        <a:ext cx="1712296" cy="984933"/>
      </dsp:txXfrm>
    </dsp:sp>
    <dsp:sp modelId="{29B3782D-0AB2-4174-A59D-4A7E7C78B399}">
      <dsp:nvSpPr>
        <dsp:cNvPr id="0" name=""/>
        <dsp:cNvSpPr/>
      </dsp:nvSpPr>
      <dsp:spPr>
        <a:xfrm>
          <a:off x="1714807" y="4376829"/>
          <a:ext cx="1712296" cy="984933"/>
        </a:xfrm>
        <a:prstGeom prst="rect">
          <a:avLst/>
        </a:prstGeom>
        <a:solidFill>
          <a:schemeClr val="accent2">
            <a:tint val="40000"/>
            <a:alpha val="90000"/>
            <a:hueOff val="987282"/>
            <a:satOff val="-2587"/>
            <a:lumOff val="926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987282"/>
              <a:satOff val="-2587"/>
              <a:lumOff val="92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💾 </a:t>
          </a:r>
          <a:r>
            <a:rPr lang="en-US" sz="1600" b="0" i="1" kern="1200" baseline="0"/>
            <a:t>Vector DB (FAISS/Chroma)</a:t>
          </a:r>
          <a:r>
            <a:rPr lang="en-US" sz="1600" b="0" i="0" kern="1200" baseline="0"/>
            <a:t> for storing resumes</a:t>
          </a:r>
          <a:endParaRPr lang="en-US" sz="1600" kern="1200"/>
        </a:p>
      </dsp:txBody>
      <dsp:txXfrm>
        <a:off x="1714807" y="4376829"/>
        <a:ext cx="1712296" cy="984933"/>
      </dsp:txXfrm>
    </dsp:sp>
    <dsp:sp modelId="{A3A12798-F915-4CD9-BE6E-02C0C1E46314}">
      <dsp:nvSpPr>
        <dsp:cNvPr id="0" name=""/>
        <dsp:cNvSpPr/>
      </dsp:nvSpPr>
      <dsp:spPr>
        <a:xfrm>
          <a:off x="3427104" y="4376829"/>
          <a:ext cx="1712296" cy="984933"/>
        </a:xfrm>
        <a:prstGeom prst="rect">
          <a:avLst/>
        </a:prstGeom>
        <a:solidFill>
          <a:schemeClr val="accent2">
            <a:tint val="40000"/>
            <a:alpha val="90000"/>
            <a:hueOff val="1974564"/>
            <a:satOff val="-5173"/>
            <a:lumOff val="1852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1974564"/>
              <a:satOff val="-5173"/>
              <a:lumOff val="185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🧩 </a:t>
          </a:r>
          <a:r>
            <a:rPr lang="en-US" sz="1600" b="0" i="1" kern="1200" baseline="0"/>
            <a:t>Custom grading logic</a:t>
          </a:r>
          <a:r>
            <a:rPr lang="en-US" sz="1600" b="0" i="0" kern="1200" baseline="0"/>
            <a:t> or dashboards</a:t>
          </a:r>
          <a:endParaRPr lang="en-US" sz="1600" kern="1200"/>
        </a:p>
      </dsp:txBody>
      <dsp:txXfrm>
        <a:off x="3427104" y="4376829"/>
        <a:ext cx="1712296" cy="984933"/>
      </dsp:txXfrm>
    </dsp:sp>
    <dsp:sp modelId="{CA9FDCA3-16D8-4AF1-86D4-5A72CB4FB2FB}">
      <dsp:nvSpPr>
        <dsp:cNvPr id="0" name=""/>
        <dsp:cNvSpPr/>
      </dsp:nvSpPr>
      <dsp:spPr>
        <a:xfrm rot="10800000">
          <a:off x="0" y="2438"/>
          <a:ext cx="5141912" cy="3293105"/>
        </a:xfrm>
        <a:prstGeom prst="upArrowCallout">
          <a:avLst/>
        </a:prstGeom>
        <a:solidFill>
          <a:schemeClr val="accent2">
            <a:hueOff val="1907789"/>
            <a:satOff val="-43528"/>
            <a:lumOff val="1607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8920" tIns="248920" rIns="248920" bIns="24892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b="1" i="0" kern="1200" baseline="0"/>
            <a:t>LangChain</a:t>
          </a:r>
          <a:r>
            <a:rPr lang="en-US" sz="3500" b="0" i="0" kern="1200" baseline="0"/>
            <a:t> handled the chain (Prompt + Model + Output)</a:t>
          </a:r>
          <a:endParaRPr lang="en-US" sz="3500" kern="1200"/>
        </a:p>
      </dsp:txBody>
      <dsp:txXfrm rot="10800000">
        <a:off x="0" y="2438"/>
        <a:ext cx="5141912" cy="213976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C6907E-6440-410C-B26D-84C455E45201}">
      <dsp:nvSpPr>
        <dsp:cNvPr id="0" name=""/>
        <dsp:cNvSpPr/>
      </dsp:nvSpPr>
      <dsp:spPr>
        <a:xfrm>
          <a:off x="0" y="2319"/>
          <a:ext cx="6572250" cy="11754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89FD8D-1506-484A-811E-041BC7BF9428}">
      <dsp:nvSpPr>
        <dsp:cNvPr id="0" name=""/>
        <dsp:cNvSpPr/>
      </dsp:nvSpPr>
      <dsp:spPr>
        <a:xfrm>
          <a:off x="355571" y="266794"/>
          <a:ext cx="646494" cy="64649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FCD069-478C-4C12-868E-AEE9638DB5A9}">
      <dsp:nvSpPr>
        <dsp:cNvPr id="0" name=""/>
        <dsp:cNvSpPr/>
      </dsp:nvSpPr>
      <dsp:spPr>
        <a:xfrm>
          <a:off x="1357638" y="2319"/>
          <a:ext cx="5214611" cy="11754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01" tIns="124401" rIns="124401" bIns="12440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Framework used by </a:t>
          </a:r>
          <a:r>
            <a:rPr lang="en-US" sz="2200" b="1" i="0" kern="1200" baseline="0"/>
            <a:t>90% of production LLM apps</a:t>
          </a:r>
          <a:endParaRPr lang="en-US" sz="2200" kern="1200"/>
        </a:p>
      </dsp:txBody>
      <dsp:txXfrm>
        <a:off x="1357638" y="2319"/>
        <a:ext cx="5214611" cy="1175444"/>
      </dsp:txXfrm>
    </dsp:sp>
    <dsp:sp modelId="{3A54CCC6-F1BB-4036-9637-7B45D5A1A44F}">
      <dsp:nvSpPr>
        <dsp:cNvPr id="0" name=""/>
        <dsp:cNvSpPr/>
      </dsp:nvSpPr>
      <dsp:spPr>
        <a:xfrm>
          <a:off x="0" y="1471624"/>
          <a:ext cx="6572250" cy="11754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61DA81-721A-4EF1-B14F-1F190213EA4A}">
      <dsp:nvSpPr>
        <dsp:cNvPr id="0" name=""/>
        <dsp:cNvSpPr/>
      </dsp:nvSpPr>
      <dsp:spPr>
        <a:xfrm>
          <a:off x="355571" y="1736099"/>
          <a:ext cx="646494" cy="64649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554378-486B-46D6-9446-2BACC493DA24}">
      <dsp:nvSpPr>
        <dsp:cNvPr id="0" name=""/>
        <dsp:cNvSpPr/>
      </dsp:nvSpPr>
      <dsp:spPr>
        <a:xfrm>
          <a:off x="1357638" y="1471624"/>
          <a:ext cx="5214611" cy="11754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01" tIns="124401" rIns="124401" bIns="12440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Integrates with </a:t>
          </a:r>
          <a:r>
            <a:rPr lang="en-US" sz="2200" b="1" i="0" kern="1200" baseline="0"/>
            <a:t>OpenAI, Anthropic, Ollama, Hugging Face</a:t>
          </a:r>
          <a:endParaRPr lang="en-US" sz="2200" kern="1200"/>
        </a:p>
      </dsp:txBody>
      <dsp:txXfrm>
        <a:off x="1357638" y="1471624"/>
        <a:ext cx="5214611" cy="1175444"/>
      </dsp:txXfrm>
    </dsp:sp>
    <dsp:sp modelId="{EFC6AB50-580A-47D9-BADD-56729A3C768A}">
      <dsp:nvSpPr>
        <dsp:cNvPr id="0" name=""/>
        <dsp:cNvSpPr/>
      </dsp:nvSpPr>
      <dsp:spPr>
        <a:xfrm>
          <a:off x="0" y="2940930"/>
          <a:ext cx="6572250" cy="11754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DDBD12-66CE-4C51-AC7B-3777E4ADD03B}">
      <dsp:nvSpPr>
        <dsp:cNvPr id="0" name=""/>
        <dsp:cNvSpPr/>
      </dsp:nvSpPr>
      <dsp:spPr>
        <a:xfrm>
          <a:off x="355571" y="3205405"/>
          <a:ext cx="646494" cy="64649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7D97C4-C156-4E49-B037-F92E9553B671}">
      <dsp:nvSpPr>
        <dsp:cNvPr id="0" name=""/>
        <dsp:cNvSpPr/>
      </dsp:nvSpPr>
      <dsp:spPr>
        <a:xfrm>
          <a:off x="1357638" y="2940930"/>
          <a:ext cx="5214611" cy="11754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01" tIns="124401" rIns="124401" bIns="12440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Powers </a:t>
          </a:r>
          <a:r>
            <a:rPr lang="en-US" sz="2200" b="1" i="0" kern="1200" baseline="0"/>
            <a:t>RAG, Agent, and Automation</a:t>
          </a:r>
          <a:r>
            <a:rPr lang="en-US" sz="2200" b="0" i="0" kern="1200" baseline="0"/>
            <a:t> systems</a:t>
          </a:r>
          <a:endParaRPr lang="en-US" sz="2200" kern="1200"/>
        </a:p>
      </dsp:txBody>
      <dsp:txXfrm>
        <a:off x="1357638" y="2940930"/>
        <a:ext cx="5214611" cy="1175444"/>
      </dsp:txXfrm>
    </dsp:sp>
    <dsp:sp modelId="{A13BFEC6-27C9-4DB1-A219-2C5652FD2F84}">
      <dsp:nvSpPr>
        <dsp:cNvPr id="0" name=""/>
        <dsp:cNvSpPr/>
      </dsp:nvSpPr>
      <dsp:spPr>
        <a:xfrm>
          <a:off x="0" y="4410236"/>
          <a:ext cx="6572250" cy="11754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6A4FA9-B7C3-4ECD-BE81-5CB1A3A655F2}">
      <dsp:nvSpPr>
        <dsp:cNvPr id="0" name=""/>
        <dsp:cNvSpPr/>
      </dsp:nvSpPr>
      <dsp:spPr>
        <a:xfrm>
          <a:off x="355571" y="4674711"/>
          <a:ext cx="646494" cy="64649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FD17E2-A872-450A-A9A5-DFAA8C70C582}">
      <dsp:nvSpPr>
        <dsp:cNvPr id="0" name=""/>
        <dsp:cNvSpPr/>
      </dsp:nvSpPr>
      <dsp:spPr>
        <a:xfrm>
          <a:off x="1357638" y="4410236"/>
          <a:ext cx="5214611" cy="11754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01" tIns="124401" rIns="124401" bIns="12440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Essential skill for AI roles in 2025+</a:t>
          </a:r>
          <a:endParaRPr lang="en-US" sz="2200" kern="1200"/>
        </a:p>
      </dsp:txBody>
      <dsp:txXfrm>
        <a:off x="1357638" y="4410236"/>
        <a:ext cx="5214611" cy="11754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6572EA-1F60-40FF-801E-2CB32E8D87E3}" type="datetimeFigureOut">
              <a:rPr lang="en-IN" smtClean="0"/>
              <a:t>24-10-2025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3A87C7-4121-4006-948B-2B09664C14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4456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3A87C7-4121-4006-948B-2B09664C1408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48509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3A87C7-4121-4006-948B-2B09664C1408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37187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3A87C7-4121-4006-948B-2B09664C1408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20436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3A87C7-4121-4006-948B-2B09664C1408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07776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3A87C7-4121-4006-948B-2B09664C1408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70995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3A87C7-4121-4006-948B-2B09664C1408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84221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3A87C7-4121-4006-948B-2B09664C1408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18960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3A87C7-4121-4006-948B-2B09664C1408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82643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3A87C7-4121-4006-948B-2B09664C1408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08420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3A87C7-4121-4006-948B-2B09664C1408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3455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3A87C7-4121-4006-948B-2B09664C1408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48898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3A87C7-4121-4006-948B-2B09664C1408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50986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3A87C7-4121-4006-948B-2B09664C1408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14877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0D5AA-5A88-4CAE-BA19-31DB63ADD3FE}" type="datetimeFigureOut">
              <a:rPr lang="en-IN" smtClean="0"/>
              <a:t>24-10-2025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43B4A51-B409-45DE-A040-24B78818CB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9162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0D5AA-5A88-4CAE-BA19-31DB63ADD3FE}" type="datetimeFigureOut">
              <a:rPr lang="en-IN" smtClean="0"/>
              <a:t>24-10-2025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B4A51-B409-45DE-A040-24B78818CB40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 descr="A light bulb with a book and text&#10;&#10;AI-generated content may be incorrect.">
            <a:extLst>
              <a:ext uri="{FF2B5EF4-FFF2-40B4-BE49-F238E27FC236}">
                <a16:creationId xmlns:a16="http://schemas.microsoft.com/office/drawing/2014/main" id="{1C872D0A-CCFA-EE31-7501-7831CAA2EEA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9968" y="13092"/>
            <a:ext cx="922032" cy="540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216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01F0D5AA-5A88-4CAE-BA19-31DB63ADD3FE}" type="datetimeFigureOut">
              <a:rPr lang="en-IN" smtClean="0"/>
              <a:t>24-10-2025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IN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43B4A51-B409-45DE-A040-24B78818CB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6111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0D5AA-5A88-4CAE-BA19-31DB63ADD3FE}" type="datetimeFigureOut">
              <a:rPr lang="en-IN" smtClean="0"/>
              <a:t>24-10-2025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B4A51-B409-45DE-A040-24B78818CB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7580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0D5AA-5A88-4CAE-BA19-31DB63ADD3FE}" type="datetimeFigureOut">
              <a:rPr lang="en-IN" smtClean="0"/>
              <a:t>24-10-2025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B4A51-B409-45DE-A040-24B78818CB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72879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0D5AA-5A88-4CAE-BA19-31DB63ADD3FE}" type="datetimeFigureOut">
              <a:rPr lang="en-IN" smtClean="0"/>
              <a:t>24-10-2025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B4A51-B409-45DE-A040-24B78818CB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42132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0D5AA-5A88-4CAE-BA19-31DB63ADD3FE}" type="datetimeFigureOut">
              <a:rPr lang="en-IN" smtClean="0"/>
              <a:t>24-10-2025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B4A51-B409-45DE-A040-24B78818CB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22593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0D5AA-5A88-4CAE-BA19-31DB63ADD3FE}" type="datetimeFigureOut">
              <a:rPr lang="en-IN" smtClean="0"/>
              <a:t>24-10-2025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B4A51-B409-45DE-A040-24B78818CB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6073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0D5AA-5A88-4CAE-BA19-31DB63ADD3FE}" type="datetimeFigureOut">
              <a:rPr lang="en-IN" smtClean="0"/>
              <a:t>24-10-2025</a:t>
            </a:fld>
            <a:endParaRPr lang="en-IN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B4A51-B409-45DE-A040-24B78818CB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7761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0D5AA-5A88-4CAE-BA19-31DB63ADD3FE}" type="datetimeFigureOut">
              <a:rPr lang="en-IN" smtClean="0"/>
              <a:t>24-10-2025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B4A51-B409-45DE-A040-24B78818CB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2142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0D5AA-5A88-4CAE-BA19-31DB63ADD3FE}" type="datetimeFigureOut">
              <a:rPr lang="en-IN" smtClean="0"/>
              <a:t>24-10-2025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B4A51-B409-45DE-A040-24B78818CB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8311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01F0D5AA-5A88-4CAE-BA19-31DB63ADD3FE}" type="datetimeFigureOut">
              <a:rPr lang="en-IN" smtClean="0"/>
              <a:t>24-10-2025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43B4A51-B409-45DE-A040-24B78818CB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2979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7.jpg"/><Relationship Id="rId4" Type="http://schemas.microsoft.com/office/2007/relationships/hdphoto" Target="../media/hdphoto2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microsoft.com/office/2007/relationships/hdphoto" Target="../media/hdphoto2.wdp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.xml"/><Relationship Id="rId3" Type="http://schemas.openxmlformats.org/officeDocument/2006/relationships/image" Target="../media/image22.png"/><Relationship Id="rId7" Type="http://schemas.openxmlformats.org/officeDocument/2006/relationships/diagramData" Target="../diagrams/data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11" Type="http://schemas.microsoft.com/office/2007/relationships/diagramDrawing" Target="../diagrams/drawing5.xml"/><Relationship Id="rId5" Type="http://schemas.openxmlformats.org/officeDocument/2006/relationships/image" Target="../media/image4.png"/><Relationship Id="rId10" Type="http://schemas.openxmlformats.org/officeDocument/2006/relationships/diagramColors" Target="../diagrams/colors5.xml"/><Relationship Id="rId4" Type="http://schemas.microsoft.com/office/2007/relationships/hdphoto" Target="../media/hdphoto3.wdp"/><Relationship Id="rId9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microsoft.com/office/2007/relationships/hdphoto" Target="../media/hdphoto2.wdp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6.xml"/><Relationship Id="rId3" Type="http://schemas.openxmlformats.org/officeDocument/2006/relationships/image" Target="../media/image22.png"/><Relationship Id="rId7" Type="http://schemas.openxmlformats.org/officeDocument/2006/relationships/diagramData" Target="../diagrams/data6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11" Type="http://schemas.microsoft.com/office/2007/relationships/diagramDrawing" Target="../diagrams/drawing6.xml"/><Relationship Id="rId5" Type="http://schemas.openxmlformats.org/officeDocument/2006/relationships/image" Target="../media/image4.png"/><Relationship Id="rId10" Type="http://schemas.openxmlformats.org/officeDocument/2006/relationships/diagramColors" Target="../diagrams/colors6.xml"/><Relationship Id="rId4" Type="http://schemas.microsoft.com/office/2007/relationships/hdphoto" Target="../media/hdphoto3.wdp"/><Relationship Id="rId9" Type="http://schemas.openxmlformats.org/officeDocument/2006/relationships/diagramQuickStyle" Target="../diagrams/quickStyle6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7.xml"/><Relationship Id="rId3" Type="http://schemas.openxmlformats.org/officeDocument/2006/relationships/image" Target="../media/image4.png"/><Relationship Id="rId7" Type="http://schemas.openxmlformats.org/officeDocument/2006/relationships/diagramLayout" Target="../diagrams/layout7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Data" Target="../diagrams/data7.xml"/><Relationship Id="rId5" Type="http://schemas.openxmlformats.org/officeDocument/2006/relationships/image" Target="../media/image2.png"/><Relationship Id="rId10" Type="http://schemas.microsoft.com/office/2007/relationships/diagramDrawing" Target="../diagrams/drawing7.xml"/><Relationship Id="rId4" Type="http://schemas.microsoft.com/office/2007/relationships/hdphoto" Target="../media/hdphoto2.wdp"/><Relationship Id="rId9" Type="http://schemas.openxmlformats.org/officeDocument/2006/relationships/diagramColors" Target="../diagrams/colors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4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microsoft.com/office/2007/relationships/hdphoto" Target="../media/hdphoto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6F5BF-4BE1-A655-E0F3-D56F0EE266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1909" y="1500995"/>
            <a:ext cx="10259683" cy="2967035"/>
          </a:xfrm>
        </p:spPr>
        <p:txBody>
          <a:bodyPr>
            <a:normAutofit/>
          </a:bodyPr>
          <a:lstStyle/>
          <a:p>
            <a:r>
              <a:rPr lang="en-US" sz="6600" dirty="0"/>
              <a:t>Why </a:t>
            </a:r>
            <a:r>
              <a:rPr lang="en-US" sz="6600" dirty="0" err="1"/>
              <a:t>LangChain</a:t>
            </a:r>
            <a:r>
              <a:rPr lang="en-US" sz="6600" dirty="0"/>
              <a:t> is the Core Skill for AI Developers in 2025</a:t>
            </a:r>
            <a:endParaRPr lang="en-IN" sz="6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D8CDC8-3B19-38D0-6857-E9EC221341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7751" y="4468030"/>
            <a:ext cx="7891272" cy="1069848"/>
          </a:xfrm>
        </p:spPr>
        <p:txBody>
          <a:bodyPr/>
          <a:lstStyle/>
          <a:p>
            <a:r>
              <a:rPr lang="en-US" dirty="0"/>
              <a:t>Live Webinar   -   Learn with Sarvesh</a:t>
            </a:r>
            <a:endParaRPr lang="en-IN" dirty="0"/>
          </a:p>
        </p:txBody>
      </p:sp>
      <p:pic>
        <p:nvPicPr>
          <p:cNvPr id="5" name="Picture 4" descr="A person with a mustache smiling&#10;&#10;AI-generated content may be incorrect.">
            <a:extLst>
              <a:ext uri="{FF2B5EF4-FFF2-40B4-BE49-F238E27FC236}">
                <a16:creationId xmlns:a16="http://schemas.microsoft.com/office/drawing/2014/main" id="{23771C31-6CBD-C37D-026F-F61EDF2180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6453" y="4345214"/>
            <a:ext cx="3765139" cy="2516342"/>
          </a:xfrm>
          <a:prstGeom prst="rect">
            <a:avLst/>
          </a:prstGeom>
        </p:spPr>
      </p:pic>
      <p:pic>
        <p:nvPicPr>
          <p:cNvPr id="7" name="Picture 6" descr="A light bulb with a book and text&#10;&#10;AI-generated content may be incorrect.">
            <a:extLst>
              <a:ext uri="{FF2B5EF4-FFF2-40B4-BE49-F238E27FC236}">
                <a16:creationId xmlns:a16="http://schemas.microsoft.com/office/drawing/2014/main" id="{29852C90-1732-48F3-A36A-67C1B37A77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1661" y="4782866"/>
            <a:ext cx="1389335" cy="815076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1BFC9B61-4460-B5FC-51C5-09A21F66B256}"/>
              </a:ext>
            </a:extLst>
          </p:cNvPr>
          <p:cNvSpPr txBox="1">
            <a:spLocks/>
          </p:cNvSpPr>
          <p:nvPr/>
        </p:nvSpPr>
        <p:spPr>
          <a:xfrm>
            <a:off x="927751" y="4957027"/>
            <a:ext cx="1791419" cy="46675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26 Oct 2025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30596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DA90C30-B990-4CCA-B584-40F864DA3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545274" cy="6857999"/>
          </a:xfrm>
          <a:prstGeom prst="rect">
            <a:avLst/>
          </a:prstGeom>
          <a:blipFill dpi="0" rotWithShape="1">
            <a:blip r:embed="rId3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B0B63E-82D3-63B3-03A3-2F75E636E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280" y="484632"/>
            <a:ext cx="6743844" cy="1609344"/>
          </a:xfrm>
        </p:spPr>
        <p:txBody>
          <a:bodyPr>
            <a:normAutofit/>
          </a:bodyPr>
          <a:lstStyle/>
          <a:p>
            <a:r>
              <a:rPr lang="en-IN" sz="4800" b="1"/>
              <a:t>My profile</a:t>
            </a:r>
            <a:endParaRPr lang="en-IN" sz="4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A639F1-BA50-DFC0-A64A-4EE2867B49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279" y="2121408"/>
            <a:ext cx="6743845" cy="4050792"/>
          </a:xfrm>
        </p:spPr>
        <p:txBody>
          <a:bodyPr>
            <a:normAutofit/>
          </a:bodyPr>
          <a:lstStyle/>
          <a:p>
            <a:r>
              <a:rPr lang="en-IN" sz="1800" b="1" dirty="0"/>
              <a:t>Sarveshwaran Rajagopal</a:t>
            </a:r>
            <a:br>
              <a:rPr lang="en-IN" sz="1800" dirty="0"/>
            </a:br>
            <a:r>
              <a:rPr lang="en-IN" sz="1800" dirty="0"/>
              <a:t>Data Scientist &amp; Trainer (AI Agents, RAG) | Founder – </a:t>
            </a:r>
            <a:r>
              <a:rPr lang="en-IN" sz="1800" i="1" dirty="0"/>
              <a:t>Learn with Sarvesh</a:t>
            </a:r>
            <a:br>
              <a:rPr lang="en-IN" sz="1800" dirty="0"/>
            </a:br>
            <a:r>
              <a:rPr lang="en-IN" sz="1800" dirty="0"/>
              <a:t>Empowered 7000+ professionals &amp; students in Data Science &amp; AI</a:t>
            </a:r>
          </a:p>
        </p:txBody>
      </p:sp>
      <p:pic>
        <p:nvPicPr>
          <p:cNvPr id="4" name="Content Placeholder 4" descr="A screenshot of a qr code&#10;&#10;AI-generated content may be incorrect.">
            <a:extLst>
              <a:ext uri="{FF2B5EF4-FFF2-40B4-BE49-F238E27FC236}">
                <a16:creationId xmlns:a16="http://schemas.microsoft.com/office/drawing/2014/main" id="{76A1023C-91BA-B09D-5486-9F7F99C4B2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3460" y="1464048"/>
            <a:ext cx="3369177" cy="3632535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D060B936-2771-48DC-842C-14EE9318E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B4EC8B4-4BB2-45C2-A68A-28E36AC10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6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431D296-F8F1-41C3-A211-E83E243C5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386182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7D35E-80F7-5239-D233-B5B3E8D32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990599"/>
            <a:ext cx="9906000" cy="685800"/>
          </a:xfrm>
        </p:spPr>
        <p:txBody>
          <a:bodyPr anchor="t">
            <a:normAutofit/>
          </a:bodyPr>
          <a:lstStyle/>
          <a:p>
            <a:r>
              <a:rPr lang="en-US" sz="4000"/>
              <a:t>You know prompts. Now what?</a:t>
            </a:r>
            <a:endParaRPr lang="en-IN" sz="400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2B995E2-C3F0-A7C6-0170-DC4D052538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24363962"/>
              </p:ext>
            </p:extLst>
          </p:nvPr>
        </p:nvGraphicFramePr>
        <p:xfrm>
          <a:off x="685800" y="2137228"/>
          <a:ext cx="108204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144399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A99F5-7124-4984-1EE6-3E3BEBDBF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LLMs Alone Aren’t Enough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2A059A-B0A1-765C-78C1-3233C753AC66}"/>
              </a:ext>
            </a:extLst>
          </p:cNvPr>
          <p:cNvSpPr txBox="1"/>
          <p:nvPr/>
        </p:nvSpPr>
        <p:spPr>
          <a:xfrm>
            <a:off x="8267700" y="3429000"/>
            <a:ext cx="2536372" cy="646331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We need a </a:t>
            </a:r>
            <a:r>
              <a:rPr lang="en-US" b="1" i="1" dirty="0"/>
              <a:t>framework</a:t>
            </a:r>
            <a:r>
              <a:rPr lang="en-US" dirty="0"/>
              <a:t> to make LLMs useful.</a:t>
            </a:r>
            <a:endParaRPr lang="en-IN" dirty="0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0CEBFEBC-C4EE-2907-B102-CF3DE8CD4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Can’t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call APIs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or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fetch documents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EFBF8C73-CDD5-B156-807D-344F2D2112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83590438"/>
              </p:ext>
            </p:extLst>
          </p:nvPr>
        </p:nvGraphicFramePr>
        <p:xfrm>
          <a:off x="1173479" y="1885596"/>
          <a:ext cx="5029200" cy="49478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347927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318C8-CBF8-49CC-69DE-7DE665C1A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Meet </a:t>
            </a:r>
            <a:r>
              <a:rPr lang="en-IN" dirty="0" err="1"/>
              <a:t>LangChain</a:t>
            </a:r>
            <a:endParaRPr lang="en-IN" dirty="0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B3614F3B-4E71-B2C3-A7F7-2732F6F667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8756760"/>
              </p:ext>
            </p:extLst>
          </p:nvPr>
        </p:nvGraphicFramePr>
        <p:xfrm>
          <a:off x="838200" y="1825625"/>
          <a:ext cx="10515600" cy="30185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Google Shape;152;p10">
            <a:extLst>
              <a:ext uri="{FF2B5EF4-FFF2-40B4-BE49-F238E27FC236}">
                <a16:creationId xmlns:a16="http://schemas.microsoft.com/office/drawing/2014/main" id="{F5A3A4D2-09ED-5095-F860-172D55E95266}"/>
              </a:ext>
            </a:extLst>
          </p:cNvPr>
          <p:cNvSpPr/>
          <p:nvPr/>
        </p:nvSpPr>
        <p:spPr>
          <a:xfrm>
            <a:off x="2302328" y="4989156"/>
            <a:ext cx="7855789" cy="677100"/>
          </a:xfrm>
          <a:prstGeom prst="roundRect">
            <a:avLst>
              <a:gd name="adj" fmla="val 16667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SzPts val="1600"/>
            </a:pPr>
            <a:r>
              <a:rPr lang="en-US" sz="1600" b="1" dirty="0" err="1">
                <a:latin typeface="DM Sans"/>
              </a:rPr>
              <a:t>LangChain</a:t>
            </a:r>
            <a:r>
              <a:rPr lang="en-US" sz="1600" b="1" dirty="0">
                <a:latin typeface="DM Sans"/>
              </a:rPr>
              <a:t> lets you go beyond prompts — to build intelligent systems.</a:t>
            </a:r>
            <a:endParaRPr lang="en-IN" sz="1600" b="1" dirty="0">
              <a:latin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158021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4EEF8-1180-6947-DDBA-8CB706849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LangChain</a:t>
            </a:r>
            <a:r>
              <a:rPr lang="en-US" dirty="0"/>
              <a:t> turns AI into Applications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4984C6-8AB8-646B-3D29-763357A8D174}"/>
              </a:ext>
            </a:extLst>
          </p:cNvPr>
          <p:cNvSpPr txBox="1"/>
          <p:nvPr/>
        </p:nvSpPr>
        <p:spPr>
          <a:xfrm>
            <a:off x="2891375" y="5893572"/>
            <a:ext cx="6096000" cy="369332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If you can imagine the workflow, </a:t>
            </a:r>
            <a:r>
              <a:rPr lang="en-US" dirty="0" err="1"/>
              <a:t>LangChain</a:t>
            </a:r>
            <a:r>
              <a:rPr lang="en-US" dirty="0"/>
              <a:t> can chain it.</a:t>
            </a:r>
            <a:endParaRPr lang="en-IN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B82C29C-29DC-A7B1-4010-7BAAE94952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519516"/>
              </p:ext>
            </p:extLst>
          </p:nvPr>
        </p:nvGraphicFramePr>
        <p:xfrm>
          <a:off x="1209240" y="1894113"/>
          <a:ext cx="10144560" cy="36848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742551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049A7D3-684C-4C59-A4B6-7B308A6AD3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7B1087B-C592-40E7-B532-60B453A2FE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4AE7447-E8F8-4A0F-9E3D-94842BFF88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5981F80-69EE-4E2B-82A8-47FDFD7720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6CE0473-0B07-47EE-A016-EBD87F2C8C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EDD0D1E4-DFCA-4DF0-9D37-571A5F529F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0680B5D0-24EC-465A-A0E6-C4DF951E0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88952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0BF1B50-A83E-4ED6-A2AA-C943C1F89F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928117"/>
            <a:ext cx="10351008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F31E8B2-210B-4B90-83BB-3B180732EF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85470" y="1110053"/>
            <a:ext cx="3386371" cy="4580301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AE3E80-758B-3821-DF0E-495917354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00102" y="1432223"/>
            <a:ext cx="2818417" cy="335797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4200">
                <a:blipFill dpi="0" rotWithShape="1">
                  <a:blip r:embed="rId5"/>
                  <a:srcRect/>
                  <a:tile tx="6350" ty="-127000" sx="65000" sy="64000" flip="none" algn="tl"/>
                </a:blipFill>
              </a:rPr>
              <a:t>What You’ll Build in the LangChain Mastery Cohort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B387409-2B98-40F8-A65F-EF7CF989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5780565"/>
            <a:ext cx="10351008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9E5F284-A588-4AE7-A36D-1C93E4FD02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646920" y="5257800"/>
            <a:ext cx="1080904" cy="1080902"/>
            <a:chOff x="9685338" y="4460675"/>
            <a:chExt cx="1080904" cy="1080902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45D7D540-5CF2-4FC1-BE53-277CC22C0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916C9AA0-DC0C-49A1-ACDF-10BD6D7399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D744D7E8-6E87-A4F0-B417-EADD5512516C}"/>
              </a:ext>
            </a:extLst>
          </p:cNvPr>
          <p:cNvSpPr txBox="1"/>
          <p:nvPr/>
        </p:nvSpPr>
        <p:spPr>
          <a:xfrm>
            <a:off x="802236" y="6021146"/>
            <a:ext cx="8898730" cy="40374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/>
          <a:p>
            <a:pPr defTabSz="914400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</a:pPr>
            <a:r>
              <a:rPr lang="en-US" sz="1600" dirty="0">
                <a:solidFill>
                  <a:srgbClr val="000000"/>
                </a:solidFill>
              </a:rPr>
              <a:t>🎯 Every project teaches a real </a:t>
            </a:r>
            <a:r>
              <a:rPr lang="en-US" sz="1600" dirty="0" err="1">
                <a:solidFill>
                  <a:srgbClr val="000000"/>
                </a:solidFill>
              </a:rPr>
              <a:t>LangChain</a:t>
            </a:r>
            <a:r>
              <a:rPr lang="en-US" sz="1600" dirty="0">
                <a:solidFill>
                  <a:srgbClr val="000000"/>
                </a:solidFill>
              </a:rPr>
              <a:t> concept - Chains, Agents, Memory, RAG, Tools, and APIs.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4D37B84-0D82-21F5-2BE7-35A35E6784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5872003"/>
              </p:ext>
            </p:extLst>
          </p:nvPr>
        </p:nvGraphicFramePr>
        <p:xfrm>
          <a:off x="920834" y="1589147"/>
          <a:ext cx="6631745" cy="3856562"/>
        </p:xfrm>
        <a:graphic>
          <a:graphicData uri="http://schemas.openxmlformats.org/drawingml/2006/table">
            <a:tbl>
              <a:tblPr/>
              <a:tblGrid>
                <a:gridCol w="3063741">
                  <a:extLst>
                    <a:ext uri="{9D8B030D-6E8A-4147-A177-3AD203B41FA5}">
                      <a16:colId xmlns:a16="http://schemas.microsoft.com/office/drawing/2014/main" val="4276570547"/>
                    </a:ext>
                  </a:extLst>
                </a:gridCol>
                <a:gridCol w="3568004">
                  <a:extLst>
                    <a:ext uri="{9D8B030D-6E8A-4147-A177-3AD203B41FA5}">
                      <a16:colId xmlns:a16="http://schemas.microsoft.com/office/drawing/2014/main" val="54676312"/>
                    </a:ext>
                  </a:extLst>
                </a:gridCol>
              </a:tblGrid>
              <a:tr h="4317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App</a:t>
                      </a:r>
                    </a:p>
                  </a:txBody>
                  <a:tcPr marL="98127" marR="98127" marT="49063" marB="490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What It Does</a:t>
                      </a:r>
                    </a:p>
                  </a:txBody>
                  <a:tcPr marL="98127" marR="98127" marT="49063" marB="490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6663171"/>
                  </a:ext>
                </a:extLst>
              </a:tr>
              <a:tr h="7261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b="1"/>
                        <a:t>AI Resume Analyzer</a:t>
                      </a:r>
                      <a:endParaRPr lang="en-IN" sz="1900"/>
                    </a:p>
                  </a:txBody>
                  <a:tcPr marL="98127" marR="98127" marT="49063" marB="490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Parse &amp; grade resumes using embeddings</a:t>
                      </a:r>
                    </a:p>
                  </a:txBody>
                  <a:tcPr marL="98127" marR="98127" marT="49063" marB="490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7738554"/>
                  </a:ext>
                </a:extLst>
              </a:tr>
              <a:tr h="7261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b="1"/>
                        <a:t>PDF Summarizer</a:t>
                      </a:r>
                      <a:endParaRPr lang="en-IN" sz="1900"/>
                    </a:p>
                  </a:txBody>
                  <a:tcPr marL="98127" marR="98127" marT="49063" marB="490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Local RAG-based Q&amp;A over PDFs</a:t>
                      </a:r>
                    </a:p>
                  </a:txBody>
                  <a:tcPr marL="98127" marR="98127" marT="49063" marB="490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0455367"/>
                  </a:ext>
                </a:extLst>
              </a:tr>
              <a:tr h="4317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b="1"/>
                        <a:t>AI Email Assistant</a:t>
                      </a:r>
                      <a:endParaRPr lang="en-IN" sz="1900" dirty="0"/>
                    </a:p>
                  </a:txBody>
                  <a:tcPr marL="98127" marR="98127" marT="49063" marB="490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Draft emails contextually</a:t>
                      </a:r>
                    </a:p>
                  </a:txBody>
                  <a:tcPr marL="98127" marR="98127" marT="49063" marB="490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7092571"/>
                  </a:ext>
                </a:extLst>
              </a:tr>
              <a:tr h="4317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b="1"/>
                        <a:t>YouTube Summarizer</a:t>
                      </a:r>
                      <a:endParaRPr lang="en-IN" sz="1900"/>
                    </a:p>
                  </a:txBody>
                  <a:tcPr marL="98127" marR="98127" marT="49063" marB="490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Use </a:t>
                      </a:r>
                      <a:r>
                        <a:rPr lang="en-IN" sz="1900">
                          <a:latin typeface="Courier New" panose="02070309020205020404" pitchFamily="49" charset="0"/>
                        </a:rPr>
                        <a:t>yt_dlp</a:t>
                      </a:r>
                      <a:r>
                        <a:rPr lang="en-IN" sz="1900"/>
                        <a:t> + LangChain</a:t>
                      </a:r>
                    </a:p>
                  </a:txBody>
                  <a:tcPr marL="98127" marR="98127" marT="49063" marB="490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110765"/>
                  </a:ext>
                </a:extLst>
              </a:tr>
              <a:tr h="4317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b="1"/>
                        <a:t>Customer Support Bot</a:t>
                      </a:r>
                      <a:endParaRPr lang="en-IN" sz="1900"/>
                    </a:p>
                  </a:txBody>
                  <a:tcPr marL="98127" marR="98127" marT="49063" marB="490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FAISS + ChatOpenAI</a:t>
                      </a:r>
                    </a:p>
                  </a:txBody>
                  <a:tcPr marL="98127" marR="98127" marT="49063" marB="490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294581"/>
                  </a:ext>
                </a:extLst>
              </a:tr>
              <a:tr h="4317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b="1"/>
                        <a:t>Travel Itinerary Planner</a:t>
                      </a:r>
                      <a:endParaRPr lang="en-IN" sz="1900"/>
                    </a:p>
                  </a:txBody>
                  <a:tcPr marL="98127" marR="98127" marT="49063" marB="490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Multi-tool API Agent</a:t>
                      </a:r>
                    </a:p>
                  </a:txBody>
                  <a:tcPr marL="98127" marR="98127" marT="49063" marB="490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99463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02706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118BA95-03E7-41B7-B442-0AF8C0A7FF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3048" y="0"/>
            <a:ext cx="12188952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59D8741-EAD6-41B1-A882-70D70FC358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1035" y="1679569"/>
            <a:ext cx="3498864" cy="3498858"/>
          </a:xfrm>
          <a:prstGeom prst="ellipse">
            <a:avLst/>
          </a:prstGeom>
          <a:blipFill dpi="0" rotWithShape="1">
            <a:blip r:embed="rId3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400000"/>
                      </a14:imgEffect>
                      <a14:imgEffect>
                        <a14:brightnessContrast bright="-40000" contrast="40000"/>
                      </a14:imgEffect>
                    </a14:imgLayer>
                  </a14:imgProps>
                </a:ext>
              </a:extLst>
            </a:blip>
            <a:srcRect/>
            <a:tile tx="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5444F36-3103-4D11-A25F-C054D4606D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6134" y="1864667"/>
            <a:ext cx="3128666" cy="3128662"/>
          </a:xfrm>
          <a:prstGeom prst="ellipse">
            <a:avLst/>
          </a:prstGeom>
          <a:noFill/>
          <a:ln w="25400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4DF1A3-F812-6AA7-E7F3-51BCC7A76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0145" y="2376862"/>
            <a:ext cx="2640646" cy="2104273"/>
          </a:xfrm>
          <a:noFill/>
        </p:spPr>
        <p:txBody>
          <a:bodyPr>
            <a:normAutofit/>
          </a:bodyPr>
          <a:lstStyle/>
          <a:p>
            <a:pPr algn="ctr"/>
            <a:r>
              <a:rPr lang="it-IT" sz="3000">
                <a:solidFill>
                  <a:srgbClr val="FFFFFF"/>
                </a:solidFill>
              </a:rPr>
              <a:t>Live Demo: AI Resume Analyzer</a:t>
            </a:r>
            <a:endParaRPr lang="en-IN" sz="3000">
              <a:solidFill>
                <a:srgbClr val="FFFFFF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D9B3EAD-A2B3-42C4-927C-3455E3E69E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02277" y="3388659"/>
            <a:ext cx="3657600" cy="80683"/>
          </a:xfrm>
          <a:prstGeom prst="rect">
            <a:avLst/>
          </a:prstGeom>
          <a:blipFill dpi="0" rotWithShape="1">
            <a:blip r:embed="rId5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04EADF88-452B-C8FB-7451-0F542B6D72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28168811"/>
              </p:ext>
            </p:extLst>
          </p:nvPr>
        </p:nvGraphicFramePr>
        <p:xfrm>
          <a:off x="6081713" y="725488"/>
          <a:ext cx="5141912" cy="54070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5253054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A3D0CE2-91FF-49B3-A5D8-181E900D75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8AEBD96-C315-4F53-9D9E-0E20E993E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8916AAA-66F6-4DFA-88ED-7E27CF6B8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137D43F-BAD6-47F1-AA65-AEEA38A2F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512C9B2-6B22-4211-A940-FCD7C2CD0B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5F7DB84-CDE7-46F8-90DD-9D048A7D52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IN"/>
            </a:p>
          </p:txBody>
        </p:sp>
      </p:grp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68C84B8E-16E8-4E54-B4AC-84CE51595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88952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90812D-768D-3A54-B8A1-8D07EA3FD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1110054"/>
            <a:ext cx="6558608" cy="45803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lnSpc>
                <a:spcPct val="80000"/>
              </a:lnSpc>
            </a:pPr>
            <a:r>
              <a:rPr lang="en-US" sz="8800">
                <a:blipFill dpi="0" rotWithShape="1">
                  <a:blip r:embed="rId5"/>
                  <a:srcRect/>
                  <a:tile tx="6350" ty="-127000" sx="65000" sy="64000" flip="none" algn="tl"/>
                </a:blipFill>
              </a:rPr>
              <a:t>Demo: Resume Analyzer with LangChain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CE9EEEA-5DB7-4DC7-AF9F-74D1C19B7E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928117"/>
            <a:ext cx="10351008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F199147-B958-49C0-9BE2-65BDD892F2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85470" y="1110053"/>
            <a:ext cx="3386371" cy="4580301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F70505D-EC2C-4D1A-86DE-2583778074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5780565"/>
            <a:ext cx="10351008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DF20BDF-18D7-4E94-9BA1-9CEB40470C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646920" y="5257800"/>
            <a:ext cx="1080904" cy="1080902"/>
            <a:chOff x="9646920" y="5257800"/>
            <a:chExt cx="1080904" cy="1080902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98F42242-4089-4E5D-95C3-C113C73DA9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46920" y="5257800"/>
              <a:ext cx="1080904" cy="1080902"/>
            </a:xfrm>
            <a:prstGeom prst="ellipse">
              <a:avLst/>
            </a:prstGeom>
            <a:blipFill dpi="0" rotWithShape="1">
              <a:blip r:embed="rId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796F87F1-ABB5-42FB-86BD-EED111CD33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55011" y="5365890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14823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118BA95-03E7-41B7-B442-0AF8C0A7FF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3048" y="0"/>
            <a:ext cx="12188952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59D8741-EAD6-41B1-A882-70D70FC358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1035" y="1679569"/>
            <a:ext cx="3498864" cy="3498858"/>
          </a:xfrm>
          <a:prstGeom prst="ellipse">
            <a:avLst/>
          </a:prstGeom>
          <a:blipFill dpi="0" rotWithShape="1">
            <a:blip r:embed="rId3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400000"/>
                      </a14:imgEffect>
                      <a14:imgEffect>
                        <a14:brightnessContrast bright="-40000" contrast="40000"/>
                      </a14:imgEffect>
                    </a14:imgLayer>
                  </a14:imgProps>
                </a:ext>
              </a:extLst>
            </a:blip>
            <a:srcRect/>
            <a:tile tx="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5444F36-3103-4D11-A25F-C054D4606D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6134" y="1864667"/>
            <a:ext cx="3128666" cy="3128662"/>
          </a:xfrm>
          <a:prstGeom prst="ellipse">
            <a:avLst/>
          </a:prstGeom>
          <a:noFill/>
          <a:ln w="25400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78CD8E-E17F-2E52-5E9C-1D31CEEF1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0145" y="2376862"/>
            <a:ext cx="2640646" cy="2104273"/>
          </a:xfrm>
          <a:noFill/>
        </p:spPr>
        <p:txBody>
          <a:bodyPr>
            <a:normAutofit/>
          </a:bodyPr>
          <a:lstStyle/>
          <a:p>
            <a:pPr algn="ctr"/>
            <a:r>
              <a:rPr lang="en-IN" sz="3000">
                <a:solidFill>
                  <a:srgbClr val="FFFFFF"/>
                </a:solidFill>
              </a:rPr>
              <a:t>What Just Happened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D9B3EAD-A2B3-42C4-927C-3455E3E69E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02277" y="3388659"/>
            <a:ext cx="3657600" cy="80683"/>
          </a:xfrm>
          <a:prstGeom prst="rect">
            <a:avLst/>
          </a:prstGeom>
          <a:blipFill dpi="0" rotWithShape="1">
            <a:blip r:embed="rId5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F38A4C85-9C8C-4A44-A9D0-FCA9093C18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664969"/>
              </p:ext>
            </p:extLst>
          </p:nvPr>
        </p:nvGraphicFramePr>
        <p:xfrm>
          <a:off x="6081713" y="725488"/>
          <a:ext cx="5141912" cy="54070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94313C0-FA7A-29B5-21D9-703BD6B5F0DA}"/>
              </a:ext>
            </a:extLst>
          </p:cNvPr>
          <p:cNvSpPr txBox="1"/>
          <p:nvPr/>
        </p:nvSpPr>
        <p:spPr>
          <a:xfrm>
            <a:off x="272143" y="6275376"/>
            <a:ext cx="7592786" cy="369332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From prompt → prototype → product → in under 50 lines of code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85007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CFFB95F-D901-4937-8084-8A7BAA84F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36310" y="0"/>
            <a:ext cx="4355689" cy="6857999"/>
          </a:xfrm>
          <a:prstGeom prst="rect">
            <a:avLst/>
          </a:prstGeom>
          <a:blipFill dpi="0" rotWithShape="1">
            <a:blip r:embed="rId3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826F3A-2C0C-9E08-AAC5-E08EE3FCB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9777" y="639763"/>
            <a:ext cx="3046073" cy="5177377"/>
          </a:xfrm>
          <a:ln>
            <a:noFill/>
          </a:ln>
        </p:spPr>
        <p:txBody>
          <a:bodyPr>
            <a:normAutofit/>
          </a:bodyPr>
          <a:lstStyle/>
          <a:p>
            <a:r>
              <a:rPr lang="en-US" sz="4000"/>
              <a:t>Why Every AI Developer Should Learn LangChain</a:t>
            </a:r>
            <a:endParaRPr lang="en-IN" sz="40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0F473BD-3FD3-4548-A8F5-11D3C9CB8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691E02ED-3E2E-4396-B6DE-5F93F2F11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8F088F5-B4E7-43B9-88F4-8667026E4B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48793E29-C82A-4434-10E1-510BDEF054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4214293"/>
              </p:ext>
            </p:extLst>
          </p:nvPr>
        </p:nvGraphicFramePr>
        <p:xfrm>
          <a:off x="622300" y="639763"/>
          <a:ext cx="6572250" cy="558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14198721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F48E3-7F5C-89D5-4510-DD685E6A6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>
            <a:normAutofit/>
          </a:bodyPr>
          <a:lstStyle/>
          <a:p>
            <a:r>
              <a:rPr lang="en-US" dirty="0"/>
              <a:t>Your 12-Week Journey to AI Builder Mastery</a:t>
            </a:r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D711E9-7F79-40A9-8D9E-4AE293C154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6800" y="2013293"/>
            <a:ext cx="10058400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677A156-E90B-9A93-1DB4-EF478F5D59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7973664"/>
              </p:ext>
            </p:extLst>
          </p:nvPr>
        </p:nvGraphicFramePr>
        <p:xfrm>
          <a:off x="1094654" y="2254762"/>
          <a:ext cx="10002692" cy="361785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465515">
                  <a:extLst>
                    <a:ext uri="{9D8B030D-6E8A-4147-A177-3AD203B41FA5}">
                      <a16:colId xmlns:a16="http://schemas.microsoft.com/office/drawing/2014/main" val="4064436245"/>
                    </a:ext>
                  </a:extLst>
                </a:gridCol>
                <a:gridCol w="7537177">
                  <a:extLst>
                    <a:ext uri="{9D8B030D-6E8A-4147-A177-3AD203B41FA5}">
                      <a16:colId xmlns:a16="http://schemas.microsoft.com/office/drawing/2014/main" val="2029529568"/>
                    </a:ext>
                  </a:extLst>
                </a:gridCol>
              </a:tblGrid>
              <a:tr h="6029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700" dirty="0"/>
                        <a:t>Weeks</a:t>
                      </a:r>
                    </a:p>
                  </a:txBody>
                  <a:tcPr marL="137040" marR="137040" marT="68520" marB="685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700" dirty="0"/>
                        <a:t>Focus</a:t>
                      </a:r>
                    </a:p>
                  </a:txBody>
                  <a:tcPr marL="137040" marR="137040" marT="68520" marB="68520" anchor="ctr"/>
                </a:tc>
                <a:extLst>
                  <a:ext uri="{0D108BD9-81ED-4DB2-BD59-A6C34878D82A}">
                    <a16:rowId xmlns:a16="http://schemas.microsoft.com/office/drawing/2014/main" val="66200721"/>
                  </a:ext>
                </a:extLst>
              </a:tr>
              <a:tr h="6029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700" dirty="0"/>
                        <a:t>1–2</a:t>
                      </a:r>
                    </a:p>
                  </a:txBody>
                  <a:tcPr marL="137040" marR="137040" marT="68520" marB="685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700" dirty="0" err="1"/>
                        <a:t>LangChain</a:t>
                      </a:r>
                      <a:r>
                        <a:rPr lang="en-IN" sz="2700" dirty="0"/>
                        <a:t> Foundations</a:t>
                      </a:r>
                    </a:p>
                  </a:txBody>
                  <a:tcPr marL="137040" marR="137040" marT="68520" marB="68520" anchor="ctr"/>
                </a:tc>
                <a:extLst>
                  <a:ext uri="{0D108BD9-81ED-4DB2-BD59-A6C34878D82A}">
                    <a16:rowId xmlns:a16="http://schemas.microsoft.com/office/drawing/2014/main" val="1084148865"/>
                  </a:ext>
                </a:extLst>
              </a:tr>
              <a:tr h="6029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700" dirty="0"/>
                        <a:t>3–5</a:t>
                      </a:r>
                    </a:p>
                  </a:txBody>
                  <a:tcPr marL="137040" marR="137040" marT="68520" marB="685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700"/>
                        <a:t>RAG &amp; Tools</a:t>
                      </a:r>
                    </a:p>
                  </a:txBody>
                  <a:tcPr marL="137040" marR="137040" marT="68520" marB="68520" anchor="ctr"/>
                </a:tc>
                <a:extLst>
                  <a:ext uri="{0D108BD9-81ED-4DB2-BD59-A6C34878D82A}">
                    <a16:rowId xmlns:a16="http://schemas.microsoft.com/office/drawing/2014/main" val="1272241583"/>
                  </a:ext>
                </a:extLst>
              </a:tr>
              <a:tr h="6029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700"/>
                        <a:t>6–8</a:t>
                      </a:r>
                    </a:p>
                  </a:txBody>
                  <a:tcPr marL="137040" marR="137040" marT="68520" marB="685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700"/>
                        <a:t>Agents + Integrations</a:t>
                      </a:r>
                    </a:p>
                  </a:txBody>
                  <a:tcPr marL="137040" marR="137040" marT="68520" marB="68520" anchor="ctr"/>
                </a:tc>
                <a:extLst>
                  <a:ext uri="{0D108BD9-81ED-4DB2-BD59-A6C34878D82A}">
                    <a16:rowId xmlns:a16="http://schemas.microsoft.com/office/drawing/2014/main" val="1205764816"/>
                  </a:ext>
                </a:extLst>
              </a:tr>
              <a:tr h="6029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700"/>
                        <a:t>9–10</a:t>
                      </a:r>
                    </a:p>
                  </a:txBody>
                  <a:tcPr marL="137040" marR="137040" marT="68520" marB="685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700"/>
                        <a:t>Deployments &amp; APIs</a:t>
                      </a:r>
                    </a:p>
                  </a:txBody>
                  <a:tcPr marL="137040" marR="137040" marT="68520" marB="68520" anchor="ctr"/>
                </a:tc>
                <a:extLst>
                  <a:ext uri="{0D108BD9-81ED-4DB2-BD59-A6C34878D82A}">
                    <a16:rowId xmlns:a16="http://schemas.microsoft.com/office/drawing/2014/main" val="166822851"/>
                  </a:ext>
                </a:extLst>
              </a:tr>
              <a:tr h="6029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700"/>
                        <a:t>11–12</a:t>
                      </a:r>
                    </a:p>
                  </a:txBody>
                  <a:tcPr marL="137040" marR="137040" marT="68520" marB="685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700" dirty="0"/>
                        <a:t>Capstone: End-to-End AI Assistant</a:t>
                      </a:r>
                    </a:p>
                  </a:txBody>
                  <a:tcPr marL="137040" marR="137040" marT="68520" marB="68520" anchor="ctr"/>
                </a:tc>
                <a:extLst>
                  <a:ext uri="{0D108BD9-81ED-4DB2-BD59-A6C34878D82A}">
                    <a16:rowId xmlns:a16="http://schemas.microsoft.com/office/drawing/2014/main" val="60016962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17761DE-34B2-F9E7-F930-D8CCB1344DAA}"/>
              </a:ext>
            </a:extLst>
          </p:cNvPr>
          <p:cNvSpPr txBox="1"/>
          <p:nvPr/>
        </p:nvSpPr>
        <p:spPr>
          <a:xfrm>
            <a:off x="1138125" y="6121178"/>
            <a:ext cx="9323045" cy="369332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By the end, you’ll have 10+ working AI projects &amp; a GitHub portfolio that </a:t>
            </a:r>
            <a:r>
              <a:rPr lang="en-US" i="1" dirty="0"/>
              <a:t>gets noticed.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8156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049A7D3-684C-4C59-A4B6-7B308A6AD3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1087B-C592-40E7-B532-60B453A2FE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4AE7447-E8F8-4A0F-9E3D-94842BFF88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5981F80-69EE-4E2B-82A8-47FDFD7720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46CE0473-0B07-47EE-A016-EBD87F2C8C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EDD0D1E4-DFCA-4DF0-9D37-571A5F529F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F4664CB4-B2D2-4732-AB2C-939321E99D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88952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03168EC-D910-4109-8158-A433124BB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928117"/>
            <a:ext cx="10351008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2EB50A5-ED88-4DB9-A0A0-1370FEEE6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3" y="1110053"/>
            <a:ext cx="6631431" cy="4580301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C2751E-85B3-4A91-7C3F-2AD5FE38B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156" y="1432223"/>
            <a:ext cx="5965470" cy="335797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6200">
                <a:blipFill dpi="0" rotWithShape="1">
                  <a:blip r:embed="rId5"/>
                  <a:srcRect/>
                  <a:tile tx="6350" ty="-127000" sx="65000" sy="64000" flip="none" algn="tl"/>
                </a:blipFill>
              </a:rPr>
              <a:t>Ask anything - code, projects, tools, or roadmap!</a:t>
            </a:r>
          </a:p>
        </p:txBody>
      </p:sp>
      <p:pic>
        <p:nvPicPr>
          <p:cNvPr id="6" name="Graphic 5" descr="Footprints">
            <a:extLst>
              <a:ext uri="{FF2B5EF4-FFF2-40B4-BE49-F238E27FC236}">
                <a16:creationId xmlns:a16="http://schemas.microsoft.com/office/drawing/2014/main" id="{B07AACE3-63BB-50D9-4100-8B21779A1E8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55117" y="1702032"/>
            <a:ext cx="3416725" cy="3416725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0AA47C27-8894-42A7-8D01-C902DA9B70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5780565"/>
            <a:ext cx="10351008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B4BD81D-EAC7-4C48-A5FD-A1156EC849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646920" y="5257800"/>
            <a:ext cx="1080904" cy="1080902"/>
            <a:chOff x="9685338" y="4460675"/>
            <a:chExt cx="1080904" cy="1080902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9CAF43F4-8892-4C5D-A8ED-C423F51756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2D028E2F-5F35-49A4-86F5-81814931EB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55403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4358</TotalTime>
  <Words>485</Words>
  <Application>Microsoft Office PowerPoint</Application>
  <PresentationFormat>Widescreen</PresentationFormat>
  <Paragraphs>87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3" baseType="lpstr">
      <vt:lpstr>Aptos</vt:lpstr>
      <vt:lpstr>Arial</vt:lpstr>
      <vt:lpstr>Calibri</vt:lpstr>
      <vt:lpstr>Courier New</vt:lpstr>
      <vt:lpstr>DM Sans</vt:lpstr>
      <vt:lpstr>Rockwell</vt:lpstr>
      <vt:lpstr>Rockwell Condensed</vt:lpstr>
      <vt:lpstr>Rockwell Extra Bold</vt:lpstr>
      <vt:lpstr>Wingdings</vt:lpstr>
      <vt:lpstr>Wood Type</vt:lpstr>
      <vt:lpstr>Why LangChain is the Core Skill for AI Developers in 2025</vt:lpstr>
      <vt:lpstr>My profile</vt:lpstr>
      <vt:lpstr>You know prompts. Now what?</vt:lpstr>
      <vt:lpstr>Why LLMs Alone Aren’t Enough</vt:lpstr>
      <vt:lpstr>Meet LangChain</vt:lpstr>
      <vt:lpstr>LangChain turns AI into Applications</vt:lpstr>
      <vt:lpstr>What You’ll Build in the LangChain Mastery Cohort</vt:lpstr>
      <vt:lpstr>Live Demo: AI Resume Analyzer</vt:lpstr>
      <vt:lpstr>Demo: Resume Analyzer with LangChain</vt:lpstr>
      <vt:lpstr>What Just Happened</vt:lpstr>
      <vt:lpstr>Why Every AI Developer Should Learn LangChain</vt:lpstr>
      <vt:lpstr>Your 12-Week Journey to AI Builder Mastery</vt:lpstr>
      <vt:lpstr>Ask anything - code, projects, tools, or roadmap!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R, Sarveshwaran</dc:creator>
  <cp:lastModifiedBy>R, Sarveshwaran</cp:lastModifiedBy>
  <cp:revision>25</cp:revision>
  <dcterms:created xsi:type="dcterms:W3CDTF">2025-10-19T10:13:00Z</dcterms:created>
  <dcterms:modified xsi:type="dcterms:W3CDTF">2025-10-24T11:16:40Z</dcterms:modified>
</cp:coreProperties>
</file>