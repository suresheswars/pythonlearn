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71" r:id="rId3"/>
    <p:sldId id="274" r:id="rId4"/>
    <p:sldId id="275" r:id="rId5"/>
    <p:sldId id="277" r:id="rId6"/>
    <p:sldId id="273" r:id="rId7"/>
    <p:sldId id="279" r:id="rId8"/>
    <p:sldId id="280" r:id="rId9"/>
    <p:sldId id="281" r:id="rId10"/>
    <p:sldId id="282" r:id="rId11"/>
    <p:sldId id="268" r:id="rId12"/>
    <p:sldId id="261" r:id="rId13"/>
    <p:sldId id="269" r:id="rId14"/>
    <p:sldId id="272" r:id="rId15"/>
    <p:sldId id="27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35670" autoAdjust="0"/>
  </p:normalViewPr>
  <p:slideViewPr>
    <p:cSldViewPr snapToGrid="0">
      <p:cViewPr varScale="1">
        <p:scale>
          <a:sx n="31" d="100"/>
          <a:sy n="31" d="100"/>
        </p:scale>
        <p:origin x="240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2447F-3920-4993-99E9-1B117641E5D4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BAB7A913-53CE-4BF5-BCF9-451784284896}">
      <dgm:prSet/>
      <dgm:spPr/>
      <dgm:t>
        <a:bodyPr/>
        <a:lstStyle/>
        <a:p>
          <a:r>
            <a:rPr lang="en-US" dirty="0"/>
            <a:t>Understand how </a:t>
          </a:r>
          <a:r>
            <a:rPr lang="en-US" dirty="0" err="1"/>
            <a:t>LangChain</a:t>
          </a:r>
          <a:r>
            <a:rPr lang="en-US" dirty="0"/>
            <a:t> connects LLMs and your data</a:t>
          </a:r>
        </a:p>
      </dgm:t>
    </dgm:pt>
    <dgm:pt modelId="{9ED4D2A7-3E47-46D7-AFDD-DD0B660F760D}" type="parTrans" cxnId="{23116B92-D220-4537-8613-98F5BFB18EF1}">
      <dgm:prSet/>
      <dgm:spPr/>
      <dgm:t>
        <a:bodyPr/>
        <a:lstStyle/>
        <a:p>
          <a:endParaRPr lang="en-US"/>
        </a:p>
      </dgm:t>
    </dgm:pt>
    <dgm:pt modelId="{A4AD93CE-2C70-4ACD-883C-44A1C4D615EE}" type="sibTrans" cxnId="{23116B92-D220-4537-8613-98F5BFB18EF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75EACA6-EA3E-4DED-B408-9C08F58619B2}">
      <dgm:prSet/>
      <dgm:spPr/>
      <dgm:t>
        <a:bodyPr/>
        <a:lstStyle/>
        <a:p>
          <a:r>
            <a:rPr lang="en-US"/>
            <a:t>Learn the workflow: Loader → Embeddings → Vector DB → Chain → Query</a:t>
          </a:r>
        </a:p>
      </dgm:t>
    </dgm:pt>
    <dgm:pt modelId="{05CA982A-7A5D-4BA6-9B32-1CB623FECB27}" type="parTrans" cxnId="{75246935-0CED-471D-871C-28C8A4B1D9E2}">
      <dgm:prSet/>
      <dgm:spPr/>
      <dgm:t>
        <a:bodyPr/>
        <a:lstStyle/>
        <a:p>
          <a:endParaRPr lang="en-US"/>
        </a:p>
      </dgm:t>
    </dgm:pt>
    <dgm:pt modelId="{AD8F2EA0-B50E-4CB7-B9FE-950025582DD5}" type="sibTrans" cxnId="{75246935-0CED-471D-871C-28C8A4B1D9E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26F2195-2115-4EB3-AB8A-652A1DFF5C98}">
      <dgm:prSet/>
      <dgm:spPr/>
      <dgm:t>
        <a:bodyPr/>
        <a:lstStyle/>
        <a:p>
          <a:r>
            <a:rPr lang="en-US"/>
            <a:t>Build a </a:t>
          </a:r>
          <a:r>
            <a:rPr lang="en-US" b="1"/>
            <a:t>PDF Q&amp;A assistant</a:t>
          </a:r>
          <a:r>
            <a:rPr lang="en-US"/>
            <a:t> step-by-step</a:t>
          </a:r>
        </a:p>
      </dgm:t>
    </dgm:pt>
    <dgm:pt modelId="{256F7A86-F2F1-4701-898A-7F0F1150A9E4}" type="parTrans" cxnId="{3C842B26-7A84-409F-A28F-E3DF0316EA38}">
      <dgm:prSet/>
      <dgm:spPr/>
      <dgm:t>
        <a:bodyPr/>
        <a:lstStyle/>
        <a:p>
          <a:endParaRPr lang="en-US"/>
        </a:p>
      </dgm:t>
    </dgm:pt>
    <dgm:pt modelId="{C4DDEC2C-C0EC-4A0A-826C-C05C942D6D61}" type="sibTrans" cxnId="{3C842B26-7A84-409F-A28F-E3DF0316EA3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1281F0-83C7-4706-A59E-9992E3D5F802}">
      <dgm:prSet/>
      <dgm:spPr/>
      <dgm:t>
        <a:bodyPr/>
        <a:lstStyle/>
        <a:p>
          <a:r>
            <a:rPr lang="en-US"/>
            <a:t>See how this evolves into a full production app inside the cohort</a:t>
          </a:r>
        </a:p>
      </dgm:t>
    </dgm:pt>
    <dgm:pt modelId="{3A808EB8-87B6-4E84-91B9-31009EC771B2}" type="parTrans" cxnId="{83A67C4A-C4A9-4F47-9E97-251FC7C9CAEC}">
      <dgm:prSet/>
      <dgm:spPr/>
      <dgm:t>
        <a:bodyPr/>
        <a:lstStyle/>
        <a:p>
          <a:endParaRPr lang="en-US"/>
        </a:p>
      </dgm:t>
    </dgm:pt>
    <dgm:pt modelId="{F56BBCE3-A0D9-4EDB-8D73-12F903942309}" type="sibTrans" cxnId="{83A67C4A-C4A9-4F47-9E97-251FC7C9CAE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2B34C22-6BA5-4D1F-9330-49EBF1B0DA85}" type="pres">
      <dgm:prSet presAssocID="{65B2447F-3920-4993-99E9-1B117641E5D4}" presName="Name0" presStyleCnt="0">
        <dgm:presLayoutVars>
          <dgm:animLvl val="lvl"/>
          <dgm:resizeHandles val="exact"/>
        </dgm:presLayoutVars>
      </dgm:prSet>
      <dgm:spPr/>
    </dgm:pt>
    <dgm:pt modelId="{807BFD6B-3B66-4FAD-BC94-68C708CEC0DD}" type="pres">
      <dgm:prSet presAssocID="{BAB7A913-53CE-4BF5-BCF9-451784284896}" presName="compositeNode" presStyleCnt="0">
        <dgm:presLayoutVars>
          <dgm:bulletEnabled val="1"/>
        </dgm:presLayoutVars>
      </dgm:prSet>
      <dgm:spPr/>
    </dgm:pt>
    <dgm:pt modelId="{1D8F32DC-375E-4DE5-B105-D103F0FA4825}" type="pres">
      <dgm:prSet presAssocID="{BAB7A913-53CE-4BF5-BCF9-451784284896}" presName="bgRect" presStyleLbl="bgAccFollowNode1" presStyleIdx="0" presStyleCnt="4"/>
      <dgm:spPr/>
    </dgm:pt>
    <dgm:pt modelId="{CE80C885-90D4-4CB7-802C-C55B98084889}" type="pres">
      <dgm:prSet presAssocID="{A4AD93CE-2C70-4ACD-883C-44A1C4D615E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0E64DD5F-DF51-43FB-9E1F-9A878CF51F69}" type="pres">
      <dgm:prSet presAssocID="{BAB7A913-53CE-4BF5-BCF9-451784284896}" presName="bottomLine" presStyleLbl="alignNode1" presStyleIdx="1" presStyleCnt="8">
        <dgm:presLayoutVars/>
      </dgm:prSet>
      <dgm:spPr/>
    </dgm:pt>
    <dgm:pt modelId="{A0E703B8-1B5A-4048-858F-FE4E6DB2E8EA}" type="pres">
      <dgm:prSet presAssocID="{BAB7A913-53CE-4BF5-BCF9-451784284896}" presName="nodeText" presStyleLbl="bgAccFollowNode1" presStyleIdx="0" presStyleCnt="4">
        <dgm:presLayoutVars>
          <dgm:bulletEnabled val="1"/>
        </dgm:presLayoutVars>
      </dgm:prSet>
      <dgm:spPr/>
    </dgm:pt>
    <dgm:pt modelId="{FEAE8C2A-15F9-4015-A080-43D142232E04}" type="pres">
      <dgm:prSet presAssocID="{A4AD93CE-2C70-4ACD-883C-44A1C4D615EE}" presName="sibTrans" presStyleCnt="0"/>
      <dgm:spPr/>
    </dgm:pt>
    <dgm:pt modelId="{DFF3FE05-24B2-4058-B01C-71539408EACE}" type="pres">
      <dgm:prSet presAssocID="{875EACA6-EA3E-4DED-B408-9C08F58619B2}" presName="compositeNode" presStyleCnt="0">
        <dgm:presLayoutVars>
          <dgm:bulletEnabled val="1"/>
        </dgm:presLayoutVars>
      </dgm:prSet>
      <dgm:spPr/>
    </dgm:pt>
    <dgm:pt modelId="{05221930-B74B-4368-82A7-4B5A1923C405}" type="pres">
      <dgm:prSet presAssocID="{875EACA6-EA3E-4DED-B408-9C08F58619B2}" presName="bgRect" presStyleLbl="bgAccFollowNode1" presStyleIdx="1" presStyleCnt="4"/>
      <dgm:spPr/>
    </dgm:pt>
    <dgm:pt modelId="{F9B840F8-6ABF-4619-A0F9-12E5A3256FB9}" type="pres">
      <dgm:prSet presAssocID="{AD8F2EA0-B50E-4CB7-B9FE-950025582DD5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5F1CDD66-6960-4022-BBB1-D062E946BC68}" type="pres">
      <dgm:prSet presAssocID="{875EACA6-EA3E-4DED-B408-9C08F58619B2}" presName="bottomLine" presStyleLbl="alignNode1" presStyleIdx="3" presStyleCnt="8">
        <dgm:presLayoutVars/>
      </dgm:prSet>
      <dgm:spPr/>
    </dgm:pt>
    <dgm:pt modelId="{5C51ACAB-5E4E-447E-955E-52E4A93EFFEF}" type="pres">
      <dgm:prSet presAssocID="{875EACA6-EA3E-4DED-B408-9C08F58619B2}" presName="nodeText" presStyleLbl="bgAccFollowNode1" presStyleIdx="1" presStyleCnt="4">
        <dgm:presLayoutVars>
          <dgm:bulletEnabled val="1"/>
        </dgm:presLayoutVars>
      </dgm:prSet>
      <dgm:spPr/>
    </dgm:pt>
    <dgm:pt modelId="{516193A5-4773-4418-BA1A-63DFD50A5D1E}" type="pres">
      <dgm:prSet presAssocID="{AD8F2EA0-B50E-4CB7-B9FE-950025582DD5}" presName="sibTrans" presStyleCnt="0"/>
      <dgm:spPr/>
    </dgm:pt>
    <dgm:pt modelId="{7A4492F7-9628-4603-B9CD-85092E7B635D}" type="pres">
      <dgm:prSet presAssocID="{326F2195-2115-4EB3-AB8A-652A1DFF5C98}" presName="compositeNode" presStyleCnt="0">
        <dgm:presLayoutVars>
          <dgm:bulletEnabled val="1"/>
        </dgm:presLayoutVars>
      </dgm:prSet>
      <dgm:spPr/>
    </dgm:pt>
    <dgm:pt modelId="{5CA46D63-E969-44FF-A390-1C25ED6DE4D0}" type="pres">
      <dgm:prSet presAssocID="{326F2195-2115-4EB3-AB8A-652A1DFF5C98}" presName="bgRect" presStyleLbl="bgAccFollowNode1" presStyleIdx="2" presStyleCnt="4"/>
      <dgm:spPr/>
    </dgm:pt>
    <dgm:pt modelId="{4FE2FC2B-865A-42C3-9E16-2FC9D3716616}" type="pres">
      <dgm:prSet presAssocID="{C4DDEC2C-C0EC-4A0A-826C-C05C942D6D61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92872A98-129B-499F-9C6E-C18602C39ADF}" type="pres">
      <dgm:prSet presAssocID="{326F2195-2115-4EB3-AB8A-652A1DFF5C98}" presName="bottomLine" presStyleLbl="alignNode1" presStyleIdx="5" presStyleCnt="8">
        <dgm:presLayoutVars/>
      </dgm:prSet>
      <dgm:spPr/>
    </dgm:pt>
    <dgm:pt modelId="{F8AE322E-90B7-484A-8543-8A9514C744A0}" type="pres">
      <dgm:prSet presAssocID="{326F2195-2115-4EB3-AB8A-652A1DFF5C98}" presName="nodeText" presStyleLbl="bgAccFollowNode1" presStyleIdx="2" presStyleCnt="4">
        <dgm:presLayoutVars>
          <dgm:bulletEnabled val="1"/>
        </dgm:presLayoutVars>
      </dgm:prSet>
      <dgm:spPr/>
    </dgm:pt>
    <dgm:pt modelId="{E7773DB5-086F-4847-A52C-5C6A11EF74C5}" type="pres">
      <dgm:prSet presAssocID="{C4DDEC2C-C0EC-4A0A-826C-C05C942D6D61}" presName="sibTrans" presStyleCnt="0"/>
      <dgm:spPr/>
    </dgm:pt>
    <dgm:pt modelId="{C5025098-868D-4A7C-BD65-1D9976E43856}" type="pres">
      <dgm:prSet presAssocID="{6E1281F0-83C7-4706-A59E-9992E3D5F802}" presName="compositeNode" presStyleCnt="0">
        <dgm:presLayoutVars>
          <dgm:bulletEnabled val="1"/>
        </dgm:presLayoutVars>
      </dgm:prSet>
      <dgm:spPr/>
    </dgm:pt>
    <dgm:pt modelId="{C8062D73-ED45-44C3-A4F7-C8A183B86EFA}" type="pres">
      <dgm:prSet presAssocID="{6E1281F0-83C7-4706-A59E-9992E3D5F802}" presName="bgRect" presStyleLbl="bgAccFollowNode1" presStyleIdx="3" presStyleCnt="4"/>
      <dgm:spPr/>
    </dgm:pt>
    <dgm:pt modelId="{59987773-093B-4E6E-8B09-CE445C78B165}" type="pres">
      <dgm:prSet presAssocID="{F56BBCE3-A0D9-4EDB-8D73-12F90394230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106ECD0-1F1E-48E3-A5E1-B763924BDD3B}" type="pres">
      <dgm:prSet presAssocID="{6E1281F0-83C7-4706-A59E-9992E3D5F802}" presName="bottomLine" presStyleLbl="alignNode1" presStyleIdx="7" presStyleCnt="8">
        <dgm:presLayoutVars/>
      </dgm:prSet>
      <dgm:spPr/>
    </dgm:pt>
    <dgm:pt modelId="{9113D82E-CA4A-4152-9003-CA9183F0F7F2}" type="pres">
      <dgm:prSet presAssocID="{6E1281F0-83C7-4706-A59E-9992E3D5F80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C842B26-7A84-409F-A28F-E3DF0316EA38}" srcId="{65B2447F-3920-4993-99E9-1B117641E5D4}" destId="{326F2195-2115-4EB3-AB8A-652A1DFF5C98}" srcOrd="2" destOrd="0" parTransId="{256F7A86-F2F1-4701-898A-7F0F1150A9E4}" sibTransId="{C4DDEC2C-C0EC-4A0A-826C-C05C942D6D61}"/>
    <dgm:cxn modelId="{0D7A0035-69EC-4A49-94FC-82F85F5B3F97}" type="presOf" srcId="{875EACA6-EA3E-4DED-B408-9C08F58619B2}" destId="{5C51ACAB-5E4E-447E-955E-52E4A93EFFEF}" srcOrd="1" destOrd="0" presId="urn:microsoft.com/office/officeart/2016/7/layout/BasicLinearProcessNumbered"/>
    <dgm:cxn modelId="{75246935-0CED-471D-871C-28C8A4B1D9E2}" srcId="{65B2447F-3920-4993-99E9-1B117641E5D4}" destId="{875EACA6-EA3E-4DED-B408-9C08F58619B2}" srcOrd="1" destOrd="0" parTransId="{05CA982A-7A5D-4BA6-9B32-1CB623FECB27}" sibTransId="{AD8F2EA0-B50E-4CB7-B9FE-950025582DD5}"/>
    <dgm:cxn modelId="{83A67C4A-C4A9-4F47-9E97-251FC7C9CAEC}" srcId="{65B2447F-3920-4993-99E9-1B117641E5D4}" destId="{6E1281F0-83C7-4706-A59E-9992E3D5F802}" srcOrd="3" destOrd="0" parTransId="{3A808EB8-87B6-4E84-91B9-31009EC771B2}" sibTransId="{F56BBCE3-A0D9-4EDB-8D73-12F903942309}"/>
    <dgm:cxn modelId="{9E08474C-B88D-4514-AD68-B8E2BAEB9CB3}" type="presOf" srcId="{326F2195-2115-4EB3-AB8A-652A1DFF5C98}" destId="{5CA46D63-E969-44FF-A390-1C25ED6DE4D0}" srcOrd="0" destOrd="0" presId="urn:microsoft.com/office/officeart/2016/7/layout/BasicLinearProcessNumbered"/>
    <dgm:cxn modelId="{4768E56C-4B4A-46DE-B03D-C2E525555A44}" type="presOf" srcId="{BAB7A913-53CE-4BF5-BCF9-451784284896}" destId="{1D8F32DC-375E-4DE5-B105-D103F0FA4825}" srcOrd="0" destOrd="0" presId="urn:microsoft.com/office/officeart/2016/7/layout/BasicLinearProcessNumbered"/>
    <dgm:cxn modelId="{8EA4A373-EB45-4D71-A36C-B3B0783F46C8}" type="presOf" srcId="{F56BBCE3-A0D9-4EDB-8D73-12F903942309}" destId="{59987773-093B-4E6E-8B09-CE445C78B165}" srcOrd="0" destOrd="0" presId="urn:microsoft.com/office/officeart/2016/7/layout/BasicLinearProcessNumbered"/>
    <dgm:cxn modelId="{AE58C374-A18E-4AF3-9833-336DFD05EC15}" type="presOf" srcId="{65B2447F-3920-4993-99E9-1B117641E5D4}" destId="{22B34C22-6BA5-4D1F-9330-49EBF1B0DA85}" srcOrd="0" destOrd="0" presId="urn:microsoft.com/office/officeart/2016/7/layout/BasicLinearProcessNumbered"/>
    <dgm:cxn modelId="{576ACA56-63CE-41AF-ABD4-853C08AA2131}" type="presOf" srcId="{6E1281F0-83C7-4706-A59E-9992E3D5F802}" destId="{9113D82E-CA4A-4152-9003-CA9183F0F7F2}" srcOrd="1" destOrd="0" presId="urn:microsoft.com/office/officeart/2016/7/layout/BasicLinearProcessNumbered"/>
    <dgm:cxn modelId="{48351282-A166-4929-9564-32DBD558A2C2}" type="presOf" srcId="{875EACA6-EA3E-4DED-B408-9C08F58619B2}" destId="{05221930-B74B-4368-82A7-4B5A1923C405}" srcOrd="0" destOrd="0" presId="urn:microsoft.com/office/officeart/2016/7/layout/BasicLinearProcessNumbered"/>
    <dgm:cxn modelId="{23116B92-D220-4537-8613-98F5BFB18EF1}" srcId="{65B2447F-3920-4993-99E9-1B117641E5D4}" destId="{BAB7A913-53CE-4BF5-BCF9-451784284896}" srcOrd="0" destOrd="0" parTransId="{9ED4D2A7-3E47-46D7-AFDD-DD0B660F760D}" sibTransId="{A4AD93CE-2C70-4ACD-883C-44A1C4D615EE}"/>
    <dgm:cxn modelId="{8F55BAA5-F1E2-4F68-BF27-E62796422DE5}" type="presOf" srcId="{326F2195-2115-4EB3-AB8A-652A1DFF5C98}" destId="{F8AE322E-90B7-484A-8543-8A9514C744A0}" srcOrd="1" destOrd="0" presId="urn:microsoft.com/office/officeart/2016/7/layout/BasicLinearProcessNumbered"/>
    <dgm:cxn modelId="{8E148EA6-D0C0-4A7C-8B82-3E48300A962D}" type="presOf" srcId="{AD8F2EA0-B50E-4CB7-B9FE-950025582DD5}" destId="{F9B840F8-6ABF-4619-A0F9-12E5A3256FB9}" srcOrd="0" destOrd="0" presId="urn:microsoft.com/office/officeart/2016/7/layout/BasicLinearProcessNumbered"/>
    <dgm:cxn modelId="{AF5233DD-4831-491F-9B31-564D848E036D}" type="presOf" srcId="{A4AD93CE-2C70-4ACD-883C-44A1C4D615EE}" destId="{CE80C885-90D4-4CB7-802C-C55B98084889}" srcOrd="0" destOrd="0" presId="urn:microsoft.com/office/officeart/2016/7/layout/BasicLinearProcessNumbered"/>
    <dgm:cxn modelId="{8A65A2E3-89ED-4EF4-A897-1C9811BFEF28}" type="presOf" srcId="{C4DDEC2C-C0EC-4A0A-826C-C05C942D6D61}" destId="{4FE2FC2B-865A-42C3-9E16-2FC9D3716616}" srcOrd="0" destOrd="0" presId="urn:microsoft.com/office/officeart/2016/7/layout/BasicLinearProcessNumbered"/>
    <dgm:cxn modelId="{86F60CEF-677D-4006-8ED0-332BCD0C9428}" type="presOf" srcId="{BAB7A913-53CE-4BF5-BCF9-451784284896}" destId="{A0E703B8-1B5A-4048-858F-FE4E6DB2E8EA}" srcOrd="1" destOrd="0" presId="urn:microsoft.com/office/officeart/2016/7/layout/BasicLinearProcessNumbered"/>
    <dgm:cxn modelId="{1962BAF9-AF72-4E03-B722-FDCE44AA0F23}" type="presOf" srcId="{6E1281F0-83C7-4706-A59E-9992E3D5F802}" destId="{C8062D73-ED45-44C3-A4F7-C8A183B86EFA}" srcOrd="0" destOrd="0" presId="urn:microsoft.com/office/officeart/2016/7/layout/BasicLinearProcessNumbered"/>
    <dgm:cxn modelId="{8DD1CC0B-2712-4FF3-9B22-21613BDC603F}" type="presParOf" srcId="{22B34C22-6BA5-4D1F-9330-49EBF1B0DA85}" destId="{807BFD6B-3B66-4FAD-BC94-68C708CEC0DD}" srcOrd="0" destOrd="0" presId="urn:microsoft.com/office/officeart/2016/7/layout/BasicLinearProcessNumbered"/>
    <dgm:cxn modelId="{A9211B54-3D27-4ABF-B82A-F146CBC5ABB6}" type="presParOf" srcId="{807BFD6B-3B66-4FAD-BC94-68C708CEC0DD}" destId="{1D8F32DC-375E-4DE5-B105-D103F0FA4825}" srcOrd="0" destOrd="0" presId="urn:microsoft.com/office/officeart/2016/7/layout/BasicLinearProcessNumbered"/>
    <dgm:cxn modelId="{28DAFF44-5294-4544-82C9-3585494CF7B4}" type="presParOf" srcId="{807BFD6B-3B66-4FAD-BC94-68C708CEC0DD}" destId="{CE80C885-90D4-4CB7-802C-C55B98084889}" srcOrd="1" destOrd="0" presId="urn:microsoft.com/office/officeart/2016/7/layout/BasicLinearProcessNumbered"/>
    <dgm:cxn modelId="{79BE0F80-F154-49B8-8B5B-E641086DA8A4}" type="presParOf" srcId="{807BFD6B-3B66-4FAD-BC94-68C708CEC0DD}" destId="{0E64DD5F-DF51-43FB-9E1F-9A878CF51F69}" srcOrd="2" destOrd="0" presId="urn:microsoft.com/office/officeart/2016/7/layout/BasicLinearProcessNumbered"/>
    <dgm:cxn modelId="{C1EC4C3B-3C11-4F71-BA8D-B0BD91EA2E73}" type="presParOf" srcId="{807BFD6B-3B66-4FAD-BC94-68C708CEC0DD}" destId="{A0E703B8-1B5A-4048-858F-FE4E6DB2E8EA}" srcOrd="3" destOrd="0" presId="urn:microsoft.com/office/officeart/2016/7/layout/BasicLinearProcessNumbered"/>
    <dgm:cxn modelId="{7CE46528-E572-4440-814F-20DB3E061D78}" type="presParOf" srcId="{22B34C22-6BA5-4D1F-9330-49EBF1B0DA85}" destId="{FEAE8C2A-15F9-4015-A080-43D142232E04}" srcOrd="1" destOrd="0" presId="urn:microsoft.com/office/officeart/2016/7/layout/BasicLinearProcessNumbered"/>
    <dgm:cxn modelId="{4DDD76C7-32C8-42EF-8395-62F16BF11D22}" type="presParOf" srcId="{22B34C22-6BA5-4D1F-9330-49EBF1B0DA85}" destId="{DFF3FE05-24B2-4058-B01C-71539408EACE}" srcOrd="2" destOrd="0" presId="urn:microsoft.com/office/officeart/2016/7/layout/BasicLinearProcessNumbered"/>
    <dgm:cxn modelId="{E4764111-0E55-46BF-A1CB-0F753AB690D9}" type="presParOf" srcId="{DFF3FE05-24B2-4058-B01C-71539408EACE}" destId="{05221930-B74B-4368-82A7-4B5A1923C405}" srcOrd="0" destOrd="0" presId="urn:microsoft.com/office/officeart/2016/7/layout/BasicLinearProcessNumbered"/>
    <dgm:cxn modelId="{F7B1EEE8-A62C-48F2-95A7-AEF97D806BBC}" type="presParOf" srcId="{DFF3FE05-24B2-4058-B01C-71539408EACE}" destId="{F9B840F8-6ABF-4619-A0F9-12E5A3256FB9}" srcOrd="1" destOrd="0" presId="urn:microsoft.com/office/officeart/2016/7/layout/BasicLinearProcessNumbered"/>
    <dgm:cxn modelId="{AF83C41E-F179-4CD2-89D5-78467D819A71}" type="presParOf" srcId="{DFF3FE05-24B2-4058-B01C-71539408EACE}" destId="{5F1CDD66-6960-4022-BBB1-D062E946BC68}" srcOrd="2" destOrd="0" presId="urn:microsoft.com/office/officeart/2016/7/layout/BasicLinearProcessNumbered"/>
    <dgm:cxn modelId="{A7DF7C2F-81B6-483E-9881-4D0C6784634F}" type="presParOf" srcId="{DFF3FE05-24B2-4058-B01C-71539408EACE}" destId="{5C51ACAB-5E4E-447E-955E-52E4A93EFFEF}" srcOrd="3" destOrd="0" presId="urn:microsoft.com/office/officeart/2016/7/layout/BasicLinearProcessNumbered"/>
    <dgm:cxn modelId="{8BCB9405-41CD-494F-BE84-3E36900381E4}" type="presParOf" srcId="{22B34C22-6BA5-4D1F-9330-49EBF1B0DA85}" destId="{516193A5-4773-4418-BA1A-63DFD50A5D1E}" srcOrd="3" destOrd="0" presId="urn:microsoft.com/office/officeart/2016/7/layout/BasicLinearProcessNumbered"/>
    <dgm:cxn modelId="{FE34B5B0-CBE6-49D4-AC5B-5482D3616B2A}" type="presParOf" srcId="{22B34C22-6BA5-4D1F-9330-49EBF1B0DA85}" destId="{7A4492F7-9628-4603-B9CD-85092E7B635D}" srcOrd="4" destOrd="0" presId="urn:microsoft.com/office/officeart/2016/7/layout/BasicLinearProcessNumbered"/>
    <dgm:cxn modelId="{F785EE8F-6B1A-4EEE-B94F-D7CDCA373ECE}" type="presParOf" srcId="{7A4492F7-9628-4603-B9CD-85092E7B635D}" destId="{5CA46D63-E969-44FF-A390-1C25ED6DE4D0}" srcOrd="0" destOrd="0" presId="urn:microsoft.com/office/officeart/2016/7/layout/BasicLinearProcessNumbered"/>
    <dgm:cxn modelId="{1EA1FA2A-5698-43F0-A754-AC8F0FAD8C65}" type="presParOf" srcId="{7A4492F7-9628-4603-B9CD-85092E7B635D}" destId="{4FE2FC2B-865A-42C3-9E16-2FC9D3716616}" srcOrd="1" destOrd="0" presId="urn:microsoft.com/office/officeart/2016/7/layout/BasicLinearProcessNumbered"/>
    <dgm:cxn modelId="{F8DD270C-271E-4844-9C39-E945D31DFF38}" type="presParOf" srcId="{7A4492F7-9628-4603-B9CD-85092E7B635D}" destId="{92872A98-129B-499F-9C6E-C18602C39ADF}" srcOrd="2" destOrd="0" presId="urn:microsoft.com/office/officeart/2016/7/layout/BasicLinearProcessNumbered"/>
    <dgm:cxn modelId="{DE2334AC-2821-488A-AC76-2304CF91E877}" type="presParOf" srcId="{7A4492F7-9628-4603-B9CD-85092E7B635D}" destId="{F8AE322E-90B7-484A-8543-8A9514C744A0}" srcOrd="3" destOrd="0" presId="urn:microsoft.com/office/officeart/2016/7/layout/BasicLinearProcessNumbered"/>
    <dgm:cxn modelId="{E592AF20-59EB-4B41-ABBF-ADEEC2683FC3}" type="presParOf" srcId="{22B34C22-6BA5-4D1F-9330-49EBF1B0DA85}" destId="{E7773DB5-086F-4847-A52C-5C6A11EF74C5}" srcOrd="5" destOrd="0" presId="urn:microsoft.com/office/officeart/2016/7/layout/BasicLinearProcessNumbered"/>
    <dgm:cxn modelId="{9398C32F-8986-4934-A44E-FC7C30CE3EB2}" type="presParOf" srcId="{22B34C22-6BA5-4D1F-9330-49EBF1B0DA85}" destId="{C5025098-868D-4A7C-BD65-1D9976E43856}" srcOrd="6" destOrd="0" presId="urn:microsoft.com/office/officeart/2016/7/layout/BasicLinearProcessNumbered"/>
    <dgm:cxn modelId="{33EE1992-C425-4F29-8DC3-38D817A90E7F}" type="presParOf" srcId="{C5025098-868D-4A7C-BD65-1D9976E43856}" destId="{C8062D73-ED45-44C3-A4F7-C8A183B86EFA}" srcOrd="0" destOrd="0" presId="urn:microsoft.com/office/officeart/2016/7/layout/BasicLinearProcessNumbered"/>
    <dgm:cxn modelId="{7391F298-98B6-4A20-B3DE-BBC70EC5C2F1}" type="presParOf" srcId="{C5025098-868D-4A7C-BD65-1D9976E43856}" destId="{59987773-093B-4E6E-8B09-CE445C78B165}" srcOrd="1" destOrd="0" presId="urn:microsoft.com/office/officeart/2016/7/layout/BasicLinearProcessNumbered"/>
    <dgm:cxn modelId="{59455926-5C2A-48D1-85B9-A35374E975B8}" type="presParOf" srcId="{C5025098-868D-4A7C-BD65-1D9976E43856}" destId="{5106ECD0-1F1E-48E3-A5E1-B763924BDD3B}" srcOrd="2" destOrd="0" presId="urn:microsoft.com/office/officeart/2016/7/layout/BasicLinearProcessNumbered"/>
    <dgm:cxn modelId="{4752D080-A441-4C80-9931-4C229FD7674E}" type="presParOf" srcId="{C5025098-868D-4A7C-BD65-1D9976E43856}" destId="{9113D82E-CA4A-4152-9003-CA9183F0F7F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D78B3F-CB7C-4BA7-A38C-A4AB259CF3B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C2D56BE-1298-413B-B09E-B35CBDEC4984}">
      <dgm:prSet/>
      <dgm:spPr/>
      <dgm:t>
        <a:bodyPr/>
        <a:lstStyle/>
        <a:p>
          <a:r>
            <a:rPr lang="en-US" b="1" i="0" baseline="0"/>
            <a:t>LLM</a:t>
          </a:r>
          <a:r>
            <a:rPr lang="en-US" b="0" i="0" baseline="0"/>
            <a:t> – The brain (GPT-3.5 / GPT-4)</a:t>
          </a:r>
          <a:endParaRPr lang="en-US"/>
        </a:p>
      </dgm:t>
    </dgm:pt>
    <dgm:pt modelId="{490450D5-BD29-4C1D-A14D-E00D6BFFB07F}" type="parTrans" cxnId="{EB0453BA-DD8E-435B-ABA0-70B507E98D52}">
      <dgm:prSet/>
      <dgm:spPr/>
      <dgm:t>
        <a:bodyPr/>
        <a:lstStyle/>
        <a:p>
          <a:endParaRPr lang="en-US"/>
        </a:p>
      </dgm:t>
    </dgm:pt>
    <dgm:pt modelId="{685E3E49-B6B5-47E2-BC4A-F634C3B1A5E5}" type="sibTrans" cxnId="{EB0453BA-DD8E-435B-ABA0-70B507E98D52}">
      <dgm:prSet/>
      <dgm:spPr/>
      <dgm:t>
        <a:bodyPr/>
        <a:lstStyle/>
        <a:p>
          <a:endParaRPr lang="en-US"/>
        </a:p>
      </dgm:t>
    </dgm:pt>
    <dgm:pt modelId="{BBD15442-4085-4933-9262-11D638471DBF}">
      <dgm:prSet/>
      <dgm:spPr/>
      <dgm:t>
        <a:bodyPr/>
        <a:lstStyle/>
        <a:p>
          <a:r>
            <a:rPr lang="en-US" b="1" i="0" baseline="0"/>
            <a:t>PromptTemplate</a:t>
          </a:r>
          <a:r>
            <a:rPr lang="en-US" b="0" i="0" baseline="0"/>
            <a:t> – How we talk to it</a:t>
          </a:r>
          <a:endParaRPr lang="en-US"/>
        </a:p>
      </dgm:t>
    </dgm:pt>
    <dgm:pt modelId="{E002AFAD-DDCF-4679-8F94-B3C83D7813BE}" type="parTrans" cxnId="{7312B119-7568-42ED-A520-917F452D277C}">
      <dgm:prSet/>
      <dgm:spPr/>
      <dgm:t>
        <a:bodyPr/>
        <a:lstStyle/>
        <a:p>
          <a:endParaRPr lang="en-US"/>
        </a:p>
      </dgm:t>
    </dgm:pt>
    <dgm:pt modelId="{1445985D-3EB2-4AE5-8266-0356DC0C8242}" type="sibTrans" cxnId="{7312B119-7568-42ED-A520-917F452D277C}">
      <dgm:prSet/>
      <dgm:spPr/>
      <dgm:t>
        <a:bodyPr/>
        <a:lstStyle/>
        <a:p>
          <a:endParaRPr lang="en-US"/>
        </a:p>
      </dgm:t>
    </dgm:pt>
    <dgm:pt modelId="{F53EF6A2-402E-4A91-B2DC-8265DF696711}">
      <dgm:prSet/>
      <dgm:spPr/>
      <dgm:t>
        <a:bodyPr/>
        <a:lstStyle/>
        <a:p>
          <a:r>
            <a:rPr lang="en-US" b="1" i="0" baseline="0"/>
            <a:t>Document Loader</a:t>
          </a:r>
          <a:r>
            <a:rPr lang="en-US" b="0" i="0" baseline="0"/>
            <a:t> – Reads files</a:t>
          </a:r>
          <a:endParaRPr lang="en-US"/>
        </a:p>
      </dgm:t>
    </dgm:pt>
    <dgm:pt modelId="{89785595-C49C-40A5-A285-56C9227A3211}" type="parTrans" cxnId="{C0C22994-CB05-4F8F-B003-C8824077D8F2}">
      <dgm:prSet/>
      <dgm:spPr/>
      <dgm:t>
        <a:bodyPr/>
        <a:lstStyle/>
        <a:p>
          <a:endParaRPr lang="en-US"/>
        </a:p>
      </dgm:t>
    </dgm:pt>
    <dgm:pt modelId="{2753C813-6811-41EA-8112-778D4AB62731}" type="sibTrans" cxnId="{C0C22994-CB05-4F8F-B003-C8824077D8F2}">
      <dgm:prSet/>
      <dgm:spPr/>
      <dgm:t>
        <a:bodyPr/>
        <a:lstStyle/>
        <a:p>
          <a:endParaRPr lang="en-US"/>
        </a:p>
      </dgm:t>
    </dgm:pt>
    <dgm:pt modelId="{99B18DD0-F540-4A17-B8C3-56FE60695AB5}">
      <dgm:prSet/>
      <dgm:spPr/>
      <dgm:t>
        <a:bodyPr/>
        <a:lstStyle/>
        <a:p>
          <a:r>
            <a:rPr lang="en-US" b="1" i="0" baseline="0"/>
            <a:t>Text Splitter</a:t>
          </a:r>
          <a:r>
            <a:rPr lang="en-US" b="0" i="0" baseline="0"/>
            <a:t> – Breaks large docs into chunks</a:t>
          </a:r>
          <a:endParaRPr lang="en-US"/>
        </a:p>
      </dgm:t>
    </dgm:pt>
    <dgm:pt modelId="{64F106EB-7658-4138-A1F0-86C4FBF3BF8A}" type="parTrans" cxnId="{04DBB18C-24E6-400E-B253-CDCB4CFCCE2C}">
      <dgm:prSet/>
      <dgm:spPr/>
      <dgm:t>
        <a:bodyPr/>
        <a:lstStyle/>
        <a:p>
          <a:endParaRPr lang="en-US"/>
        </a:p>
      </dgm:t>
    </dgm:pt>
    <dgm:pt modelId="{29C30CC1-7E1D-4E7E-AAC0-AA0ECB507AE9}" type="sibTrans" cxnId="{04DBB18C-24E6-400E-B253-CDCB4CFCCE2C}">
      <dgm:prSet/>
      <dgm:spPr/>
      <dgm:t>
        <a:bodyPr/>
        <a:lstStyle/>
        <a:p>
          <a:endParaRPr lang="en-US"/>
        </a:p>
      </dgm:t>
    </dgm:pt>
    <dgm:pt modelId="{942011E6-1705-4978-BB56-D98A703EF04B}">
      <dgm:prSet/>
      <dgm:spPr/>
      <dgm:t>
        <a:bodyPr/>
        <a:lstStyle/>
        <a:p>
          <a:r>
            <a:rPr lang="en-US" b="1" i="0" baseline="0"/>
            <a:t>Embeddings + Vector Store</a:t>
          </a:r>
          <a:r>
            <a:rPr lang="en-US" b="0" i="0" baseline="0"/>
            <a:t> – Creates searchable memory</a:t>
          </a:r>
          <a:endParaRPr lang="en-US"/>
        </a:p>
      </dgm:t>
    </dgm:pt>
    <dgm:pt modelId="{E0E50393-4DC5-4670-8240-508F9F504F96}" type="parTrans" cxnId="{51102B0D-CF23-48A4-B225-8EF6F5B69534}">
      <dgm:prSet/>
      <dgm:spPr/>
      <dgm:t>
        <a:bodyPr/>
        <a:lstStyle/>
        <a:p>
          <a:endParaRPr lang="en-US"/>
        </a:p>
      </dgm:t>
    </dgm:pt>
    <dgm:pt modelId="{771EB89F-CD3D-4737-850F-67F6BE5851D1}" type="sibTrans" cxnId="{51102B0D-CF23-48A4-B225-8EF6F5B69534}">
      <dgm:prSet/>
      <dgm:spPr/>
      <dgm:t>
        <a:bodyPr/>
        <a:lstStyle/>
        <a:p>
          <a:endParaRPr lang="en-US"/>
        </a:p>
      </dgm:t>
    </dgm:pt>
    <dgm:pt modelId="{90FC30E7-D94B-4C51-9D82-362C58D3E32B}">
      <dgm:prSet/>
      <dgm:spPr/>
      <dgm:t>
        <a:bodyPr/>
        <a:lstStyle/>
        <a:p>
          <a:r>
            <a:rPr lang="en-US" b="1" i="0" baseline="0"/>
            <a:t>RetrievalQA Chain</a:t>
          </a:r>
          <a:r>
            <a:rPr lang="en-US" b="0" i="0" baseline="0"/>
            <a:t> – Fetches context + answers questions</a:t>
          </a:r>
          <a:endParaRPr lang="en-US"/>
        </a:p>
      </dgm:t>
    </dgm:pt>
    <dgm:pt modelId="{74887D1C-6AE6-440A-AFFB-2C06897CE645}" type="parTrans" cxnId="{C3EDB196-F0ED-434A-9A0C-36B2BAA3097A}">
      <dgm:prSet/>
      <dgm:spPr/>
      <dgm:t>
        <a:bodyPr/>
        <a:lstStyle/>
        <a:p>
          <a:endParaRPr lang="en-US"/>
        </a:p>
      </dgm:t>
    </dgm:pt>
    <dgm:pt modelId="{CD74789C-D90F-4D64-9CFB-AF2877ED5A7A}" type="sibTrans" cxnId="{C3EDB196-F0ED-434A-9A0C-36B2BAA3097A}">
      <dgm:prSet/>
      <dgm:spPr/>
      <dgm:t>
        <a:bodyPr/>
        <a:lstStyle/>
        <a:p>
          <a:endParaRPr lang="en-US"/>
        </a:p>
      </dgm:t>
    </dgm:pt>
    <dgm:pt modelId="{1C16770E-B802-47C0-89F7-8B2FA3C8C71C}" type="pres">
      <dgm:prSet presAssocID="{C9D78B3F-CB7C-4BA7-A38C-A4AB259CF3BC}" presName="Name0" presStyleCnt="0">
        <dgm:presLayoutVars>
          <dgm:dir/>
          <dgm:resizeHandles val="exact"/>
        </dgm:presLayoutVars>
      </dgm:prSet>
      <dgm:spPr/>
    </dgm:pt>
    <dgm:pt modelId="{DB83D56E-BEAF-4088-AA10-AAA72973E928}" type="pres">
      <dgm:prSet presAssocID="{CC2D56BE-1298-413B-B09E-B35CBDEC4984}" presName="node" presStyleLbl="node1" presStyleIdx="0" presStyleCnt="6">
        <dgm:presLayoutVars>
          <dgm:bulletEnabled val="1"/>
        </dgm:presLayoutVars>
      </dgm:prSet>
      <dgm:spPr/>
    </dgm:pt>
    <dgm:pt modelId="{A66F8A4A-60C1-4F77-8882-A077219982C8}" type="pres">
      <dgm:prSet presAssocID="{685E3E49-B6B5-47E2-BC4A-F634C3B1A5E5}" presName="sibTrans" presStyleLbl="sibTrans1D1" presStyleIdx="0" presStyleCnt="5"/>
      <dgm:spPr/>
    </dgm:pt>
    <dgm:pt modelId="{23F77613-CE14-4A2F-81EA-DCCAA44A08A6}" type="pres">
      <dgm:prSet presAssocID="{685E3E49-B6B5-47E2-BC4A-F634C3B1A5E5}" presName="connectorText" presStyleLbl="sibTrans1D1" presStyleIdx="0" presStyleCnt="5"/>
      <dgm:spPr/>
    </dgm:pt>
    <dgm:pt modelId="{53799A22-5601-46BE-8A15-56B8D450D1FC}" type="pres">
      <dgm:prSet presAssocID="{BBD15442-4085-4933-9262-11D638471DBF}" presName="node" presStyleLbl="node1" presStyleIdx="1" presStyleCnt="6">
        <dgm:presLayoutVars>
          <dgm:bulletEnabled val="1"/>
        </dgm:presLayoutVars>
      </dgm:prSet>
      <dgm:spPr/>
    </dgm:pt>
    <dgm:pt modelId="{C32FA539-7CB7-44C7-A4D2-08D139F05C17}" type="pres">
      <dgm:prSet presAssocID="{1445985D-3EB2-4AE5-8266-0356DC0C8242}" presName="sibTrans" presStyleLbl="sibTrans1D1" presStyleIdx="1" presStyleCnt="5"/>
      <dgm:spPr/>
    </dgm:pt>
    <dgm:pt modelId="{2F5DDB31-023B-4DBF-A449-9E8D5BF1BBE9}" type="pres">
      <dgm:prSet presAssocID="{1445985D-3EB2-4AE5-8266-0356DC0C8242}" presName="connectorText" presStyleLbl="sibTrans1D1" presStyleIdx="1" presStyleCnt="5"/>
      <dgm:spPr/>
    </dgm:pt>
    <dgm:pt modelId="{7A1AFE20-FEA3-494C-B35F-7C44AA5CD66D}" type="pres">
      <dgm:prSet presAssocID="{F53EF6A2-402E-4A91-B2DC-8265DF696711}" presName="node" presStyleLbl="node1" presStyleIdx="2" presStyleCnt="6">
        <dgm:presLayoutVars>
          <dgm:bulletEnabled val="1"/>
        </dgm:presLayoutVars>
      </dgm:prSet>
      <dgm:spPr/>
    </dgm:pt>
    <dgm:pt modelId="{864F4A24-0EC5-43A0-80DD-6795B5127094}" type="pres">
      <dgm:prSet presAssocID="{2753C813-6811-41EA-8112-778D4AB62731}" presName="sibTrans" presStyleLbl="sibTrans1D1" presStyleIdx="2" presStyleCnt="5"/>
      <dgm:spPr/>
    </dgm:pt>
    <dgm:pt modelId="{9378F41A-1C44-4721-9E66-3E3449328F37}" type="pres">
      <dgm:prSet presAssocID="{2753C813-6811-41EA-8112-778D4AB62731}" presName="connectorText" presStyleLbl="sibTrans1D1" presStyleIdx="2" presStyleCnt="5"/>
      <dgm:spPr/>
    </dgm:pt>
    <dgm:pt modelId="{87753D00-45F7-41C0-9325-4BBBE830796F}" type="pres">
      <dgm:prSet presAssocID="{99B18DD0-F540-4A17-B8C3-56FE60695AB5}" presName="node" presStyleLbl="node1" presStyleIdx="3" presStyleCnt="6">
        <dgm:presLayoutVars>
          <dgm:bulletEnabled val="1"/>
        </dgm:presLayoutVars>
      </dgm:prSet>
      <dgm:spPr/>
    </dgm:pt>
    <dgm:pt modelId="{7D8E4AE7-15DD-4EDB-8E04-E658682102A9}" type="pres">
      <dgm:prSet presAssocID="{29C30CC1-7E1D-4E7E-AAC0-AA0ECB507AE9}" presName="sibTrans" presStyleLbl="sibTrans1D1" presStyleIdx="3" presStyleCnt="5"/>
      <dgm:spPr/>
    </dgm:pt>
    <dgm:pt modelId="{08807142-9C36-4530-B6DF-E2ADF723E174}" type="pres">
      <dgm:prSet presAssocID="{29C30CC1-7E1D-4E7E-AAC0-AA0ECB507AE9}" presName="connectorText" presStyleLbl="sibTrans1D1" presStyleIdx="3" presStyleCnt="5"/>
      <dgm:spPr/>
    </dgm:pt>
    <dgm:pt modelId="{89EF23E0-439E-4E2E-8793-1793AACAE98B}" type="pres">
      <dgm:prSet presAssocID="{942011E6-1705-4978-BB56-D98A703EF04B}" presName="node" presStyleLbl="node1" presStyleIdx="4" presStyleCnt="6">
        <dgm:presLayoutVars>
          <dgm:bulletEnabled val="1"/>
        </dgm:presLayoutVars>
      </dgm:prSet>
      <dgm:spPr/>
    </dgm:pt>
    <dgm:pt modelId="{6DD835AC-E649-4917-9473-95F406E065A7}" type="pres">
      <dgm:prSet presAssocID="{771EB89F-CD3D-4737-850F-67F6BE5851D1}" presName="sibTrans" presStyleLbl="sibTrans1D1" presStyleIdx="4" presStyleCnt="5"/>
      <dgm:spPr/>
    </dgm:pt>
    <dgm:pt modelId="{538802F6-0260-4340-8D1D-E0F358A6E570}" type="pres">
      <dgm:prSet presAssocID="{771EB89F-CD3D-4737-850F-67F6BE5851D1}" presName="connectorText" presStyleLbl="sibTrans1D1" presStyleIdx="4" presStyleCnt="5"/>
      <dgm:spPr/>
    </dgm:pt>
    <dgm:pt modelId="{A4C3B66B-E737-4C19-A3BE-D8180EA0D640}" type="pres">
      <dgm:prSet presAssocID="{90FC30E7-D94B-4C51-9D82-362C58D3E32B}" presName="node" presStyleLbl="node1" presStyleIdx="5" presStyleCnt="6">
        <dgm:presLayoutVars>
          <dgm:bulletEnabled val="1"/>
        </dgm:presLayoutVars>
      </dgm:prSet>
      <dgm:spPr/>
    </dgm:pt>
  </dgm:ptLst>
  <dgm:cxnLst>
    <dgm:cxn modelId="{51102B0D-CF23-48A4-B225-8EF6F5B69534}" srcId="{C9D78B3F-CB7C-4BA7-A38C-A4AB259CF3BC}" destId="{942011E6-1705-4978-BB56-D98A703EF04B}" srcOrd="4" destOrd="0" parTransId="{E0E50393-4DC5-4670-8240-508F9F504F96}" sibTransId="{771EB89F-CD3D-4737-850F-67F6BE5851D1}"/>
    <dgm:cxn modelId="{2EBF1B19-7F09-42DE-9CAF-1AD87815AAAB}" type="presOf" srcId="{771EB89F-CD3D-4737-850F-67F6BE5851D1}" destId="{538802F6-0260-4340-8D1D-E0F358A6E570}" srcOrd="1" destOrd="0" presId="urn:microsoft.com/office/officeart/2016/7/layout/RepeatingBendingProcessNew"/>
    <dgm:cxn modelId="{7312B119-7568-42ED-A520-917F452D277C}" srcId="{C9D78B3F-CB7C-4BA7-A38C-A4AB259CF3BC}" destId="{BBD15442-4085-4933-9262-11D638471DBF}" srcOrd="1" destOrd="0" parTransId="{E002AFAD-DDCF-4679-8F94-B3C83D7813BE}" sibTransId="{1445985D-3EB2-4AE5-8266-0356DC0C8242}"/>
    <dgm:cxn modelId="{A95A0E23-AFC3-459E-8C9D-852DE887BAAE}" type="presOf" srcId="{29C30CC1-7E1D-4E7E-AAC0-AA0ECB507AE9}" destId="{08807142-9C36-4530-B6DF-E2ADF723E174}" srcOrd="1" destOrd="0" presId="urn:microsoft.com/office/officeart/2016/7/layout/RepeatingBendingProcessNew"/>
    <dgm:cxn modelId="{F7BEAA3C-F0B4-4F26-8E68-DDC14AC48086}" type="presOf" srcId="{BBD15442-4085-4933-9262-11D638471DBF}" destId="{53799A22-5601-46BE-8A15-56B8D450D1FC}" srcOrd="0" destOrd="0" presId="urn:microsoft.com/office/officeart/2016/7/layout/RepeatingBendingProcessNew"/>
    <dgm:cxn modelId="{68C2AF5D-7821-41F8-80C0-12C538572D14}" type="presOf" srcId="{C9D78B3F-CB7C-4BA7-A38C-A4AB259CF3BC}" destId="{1C16770E-B802-47C0-89F7-8B2FA3C8C71C}" srcOrd="0" destOrd="0" presId="urn:microsoft.com/office/officeart/2016/7/layout/RepeatingBendingProcessNew"/>
    <dgm:cxn modelId="{D8269D5E-ADC3-47B8-83D3-5BA03B4AC9DD}" type="presOf" srcId="{F53EF6A2-402E-4A91-B2DC-8265DF696711}" destId="{7A1AFE20-FEA3-494C-B35F-7C44AA5CD66D}" srcOrd="0" destOrd="0" presId="urn:microsoft.com/office/officeart/2016/7/layout/RepeatingBendingProcessNew"/>
    <dgm:cxn modelId="{3EAA116A-4BE5-489F-9A2B-817D990303FA}" type="presOf" srcId="{2753C813-6811-41EA-8112-778D4AB62731}" destId="{864F4A24-0EC5-43A0-80DD-6795B5127094}" srcOrd="0" destOrd="0" presId="urn:microsoft.com/office/officeart/2016/7/layout/RepeatingBendingProcessNew"/>
    <dgm:cxn modelId="{9C9A2C6F-F950-4E4D-ABDF-4A48D8147C91}" type="presOf" srcId="{942011E6-1705-4978-BB56-D98A703EF04B}" destId="{89EF23E0-439E-4E2E-8793-1793AACAE98B}" srcOrd="0" destOrd="0" presId="urn:microsoft.com/office/officeart/2016/7/layout/RepeatingBendingProcessNew"/>
    <dgm:cxn modelId="{F1C50A52-AA50-4DEA-954B-01B007DEFF30}" type="presOf" srcId="{685E3E49-B6B5-47E2-BC4A-F634C3B1A5E5}" destId="{23F77613-CE14-4A2F-81EA-DCCAA44A08A6}" srcOrd="1" destOrd="0" presId="urn:microsoft.com/office/officeart/2016/7/layout/RepeatingBendingProcessNew"/>
    <dgm:cxn modelId="{30F4838B-819F-4795-937F-7C3BAB8E19F4}" type="presOf" srcId="{685E3E49-B6B5-47E2-BC4A-F634C3B1A5E5}" destId="{A66F8A4A-60C1-4F77-8882-A077219982C8}" srcOrd="0" destOrd="0" presId="urn:microsoft.com/office/officeart/2016/7/layout/RepeatingBendingProcessNew"/>
    <dgm:cxn modelId="{04DBB18C-24E6-400E-B253-CDCB4CFCCE2C}" srcId="{C9D78B3F-CB7C-4BA7-A38C-A4AB259CF3BC}" destId="{99B18DD0-F540-4A17-B8C3-56FE60695AB5}" srcOrd="3" destOrd="0" parTransId="{64F106EB-7658-4138-A1F0-86C4FBF3BF8A}" sibTransId="{29C30CC1-7E1D-4E7E-AAC0-AA0ECB507AE9}"/>
    <dgm:cxn modelId="{C0C22994-CB05-4F8F-B003-C8824077D8F2}" srcId="{C9D78B3F-CB7C-4BA7-A38C-A4AB259CF3BC}" destId="{F53EF6A2-402E-4A91-B2DC-8265DF696711}" srcOrd="2" destOrd="0" parTransId="{89785595-C49C-40A5-A285-56C9227A3211}" sibTransId="{2753C813-6811-41EA-8112-778D4AB62731}"/>
    <dgm:cxn modelId="{C3EDB196-F0ED-434A-9A0C-36B2BAA3097A}" srcId="{C9D78B3F-CB7C-4BA7-A38C-A4AB259CF3BC}" destId="{90FC30E7-D94B-4C51-9D82-362C58D3E32B}" srcOrd="5" destOrd="0" parTransId="{74887D1C-6AE6-440A-AFFB-2C06897CE645}" sibTransId="{CD74789C-D90F-4D64-9CFB-AF2877ED5A7A}"/>
    <dgm:cxn modelId="{EB0453BA-DD8E-435B-ABA0-70B507E98D52}" srcId="{C9D78B3F-CB7C-4BA7-A38C-A4AB259CF3BC}" destId="{CC2D56BE-1298-413B-B09E-B35CBDEC4984}" srcOrd="0" destOrd="0" parTransId="{490450D5-BD29-4C1D-A14D-E00D6BFFB07F}" sibTransId="{685E3E49-B6B5-47E2-BC4A-F634C3B1A5E5}"/>
    <dgm:cxn modelId="{7E17F5C3-98FF-4D65-A5A1-12F6C2E33685}" type="presOf" srcId="{1445985D-3EB2-4AE5-8266-0356DC0C8242}" destId="{2F5DDB31-023B-4DBF-A449-9E8D5BF1BBE9}" srcOrd="1" destOrd="0" presId="urn:microsoft.com/office/officeart/2016/7/layout/RepeatingBendingProcessNew"/>
    <dgm:cxn modelId="{12DCB9D1-74DF-45C8-B501-C45930D26A60}" type="presOf" srcId="{29C30CC1-7E1D-4E7E-AAC0-AA0ECB507AE9}" destId="{7D8E4AE7-15DD-4EDB-8E04-E658682102A9}" srcOrd="0" destOrd="0" presId="urn:microsoft.com/office/officeart/2016/7/layout/RepeatingBendingProcessNew"/>
    <dgm:cxn modelId="{500914DE-BA93-4393-953D-F760082954A6}" type="presOf" srcId="{1445985D-3EB2-4AE5-8266-0356DC0C8242}" destId="{C32FA539-7CB7-44C7-A4D2-08D139F05C17}" srcOrd="0" destOrd="0" presId="urn:microsoft.com/office/officeart/2016/7/layout/RepeatingBendingProcessNew"/>
    <dgm:cxn modelId="{16F56CDF-9D7C-4C3F-9077-33F27D09C281}" type="presOf" srcId="{90FC30E7-D94B-4C51-9D82-362C58D3E32B}" destId="{A4C3B66B-E737-4C19-A3BE-D8180EA0D640}" srcOrd="0" destOrd="0" presId="urn:microsoft.com/office/officeart/2016/7/layout/RepeatingBendingProcessNew"/>
    <dgm:cxn modelId="{DEAFE9E7-1F37-47BD-ACF6-9EADC3053CED}" type="presOf" srcId="{CC2D56BE-1298-413B-B09E-B35CBDEC4984}" destId="{DB83D56E-BEAF-4088-AA10-AAA72973E928}" srcOrd="0" destOrd="0" presId="urn:microsoft.com/office/officeart/2016/7/layout/RepeatingBendingProcessNew"/>
    <dgm:cxn modelId="{A85561EE-071F-421D-9F97-843FE8B9B0F4}" type="presOf" srcId="{2753C813-6811-41EA-8112-778D4AB62731}" destId="{9378F41A-1C44-4721-9E66-3E3449328F37}" srcOrd="1" destOrd="0" presId="urn:microsoft.com/office/officeart/2016/7/layout/RepeatingBendingProcessNew"/>
    <dgm:cxn modelId="{488154F3-963F-4FCA-A05D-8839A724AD05}" type="presOf" srcId="{99B18DD0-F540-4A17-B8C3-56FE60695AB5}" destId="{87753D00-45F7-41C0-9325-4BBBE830796F}" srcOrd="0" destOrd="0" presId="urn:microsoft.com/office/officeart/2016/7/layout/RepeatingBendingProcessNew"/>
    <dgm:cxn modelId="{FE6BB9F9-49A5-4F76-9348-B472B6788171}" type="presOf" srcId="{771EB89F-CD3D-4737-850F-67F6BE5851D1}" destId="{6DD835AC-E649-4917-9473-95F406E065A7}" srcOrd="0" destOrd="0" presId="urn:microsoft.com/office/officeart/2016/7/layout/RepeatingBendingProcessNew"/>
    <dgm:cxn modelId="{C2879FA2-5783-425A-A92B-0841D032191F}" type="presParOf" srcId="{1C16770E-B802-47C0-89F7-8B2FA3C8C71C}" destId="{DB83D56E-BEAF-4088-AA10-AAA72973E928}" srcOrd="0" destOrd="0" presId="urn:microsoft.com/office/officeart/2016/7/layout/RepeatingBendingProcessNew"/>
    <dgm:cxn modelId="{C88A365C-5E85-47F3-87C1-AFDAE60F93E5}" type="presParOf" srcId="{1C16770E-B802-47C0-89F7-8B2FA3C8C71C}" destId="{A66F8A4A-60C1-4F77-8882-A077219982C8}" srcOrd="1" destOrd="0" presId="urn:microsoft.com/office/officeart/2016/7/layout/RepeatingBendingProcessNew"/>
    <dgm:cxn modelId="{D9B7CC18-D2BD-4819-8BBD-A442FE031216}" type="presParOf" srcId="{A66F8A4A-60C1-4F77-8882-A077219982C8}" destId="{23F77613-CE14-4A2F-81EA-DCCAA44A08A6}" srcOrd="0" destOrd="0" presId="urn:microsoft.com/office/officeart/2016/7/layout/RepeatingBendingProcessNew"/>
    <dgm:cxn modelId="{0A7FE4A9-AE4D-43EE-9589-9A15C26F5722}" type="presParOf" srcId="{1C16770E-B802-47C0-89F7-8B2FA3C8C71C}" destId="{53799A22-5601-46BE-8A15-56B8D450D1FC}" srcOrd="2" destOrd="0" presId="urn:microsoft.com/office/officeart/2016/7/layout/RepeatingBendingProcessNew"/>
    <dgm:cxn modelId="{F483B876-3C02-4EDF-8771-B4311AB66992}" type="presParOf" srcId="{1C16770E-B802-47C0-89F7-8B2FA3C8C71C}" destId="{C32FA539-7CB7-44C7-A4D2-08D139F05C17}" srcOrd="3" destOrd="0" presId="urn:microsoft.com/office/officeart/2016/7/layout/RepeatingBendingProcessNew"/>
    <dgm:cxn modelId="{12AA3E25-F87A-4D52-9E5A-51E4F52F84E8}" type="presParOf" srcId="{C32FA539-7CB7-44C7-A4D2-08D139F05C17}" destId="{2F5DDB31-023B-4DBF-A449-9E8D5BF1BBE9}" srcOrd="0" destOrd="0" presId="urn:microsoft.com/office/officeart/2016/7/layout/RepeatingBendingProcessNew"/>
    <dgm:cxn modelId="{DBB91B39-FD47-437D-86EE-F7BCF912568E}" type="presParOf" srcId="{1C16770E-B802-47C0-89F7-8B2FA3C8C71C}" destId="{7A1AFE20-FEA3-494C-B35F-7C44AA5CD66D}" srcOrd="4" destOrd="0" presId="urn:microsoft.com/office/officeart/2016/7/layout/RepeatingBendingProcessNew"/>
    <dgm:cxn modelId="{CD045B31-F77A-4258-B292-D82F19F04F65}" type="presParOf" srcId="{1C16770E-B802-47C0-89F7-8B2FA3C8C71C}" destId="{864F4A24-0EC5-43A0-80DD-6795B5127094}" srcOrd="5" destOrd="0" presId="urn:microsoft.com/office/officeart/2016/7/layout/RepeatingBendingProcessNew"/>
    <dgm:cxn modelId="{976CD803-66F8-42C9-AA61-3E5749F635FC}" type="presParOf" srcId="{864F4A24-0EC5-43A0-80DD-6795B5127094}" destId="{9378F41A-1C44-4721-9E66-3E3449328F37}" srcOrd="0" destOrd="0" presId="urn:microsoft.com/office/officeart/2016/7/layout/RepeatingBendingProcessNew"/>
    <dgm:cxn modelId="{30E11A6A-8633-4660-A4DE-47A66337E9F0}" type="presParOf" srcId="{1C16770E-B802-47C0-89F7-8B2FA3C8C71C}" destId="{87753D00-45F7-41C0-9325-4BBBE830796F}" srcOrd="6" destOrd="0" presId="urn:microsoft.com/office/officeart/2016/7/layout/RepeatingBendingProcessNew"/>
    <dgm:cxn modelId="{5B602EB0-8E2C-4F7A-9EFB-D41F44988D64}" type="presParOf" srcId="{1C16770E-B802-47C0-89F7-8B2FA3C8C71C}" destId="{7D8E4AE7-15DD-4EDB-8E04-E658682102A9}" srcOrd="7" destOrd="0" presId="urn:microsoft.com/office/officeart/2016/7/layout/RepeatingBendingProcessNew"/>
    <dgm:cxn modelId="{35FBE151-47F0-4BC3-99CF-D99A307A9D44}" type="presParOf" srcId="{7D8E4AE7-15DD-4EDB-8E04-E658682102A9}" destId="{08807142-9C36-4530-B6DF-E2ADF723E174}" srcOrd="0" destOrd="0" presId="urn:microsoft.com/office/officeart/2016/7/layout/RepeatingBendingProcessNew"/>
    <dgm:cxn modelId="{8CC1C107-E038-42AE-942F-5562D69317AA}" type="presParOf" srcId="{1C16770E-B802-47C0-89F7-8B2FA3C8C71C}" destId="{89EF23E0-439E-4E2E-8793-1793AACAE98B}" srcOrd="8" destOrd="0" presId="urn:microsoft.com/office/officeart/2016/7/layout/RepeatingBendingProcessNew"/>
    <dgm:cxn modelId="{F00B0C4B-7B34-42F8-BBA6-DB43E496D255}" type="presParOf" srcId="{1C16770E-B802-47C0-89F7-8B2FA3C8C71C}" destId="{6DD835AC-E649-4917-9473-95F406E065A7}" srcOrd="9" destOrd="0" presId="urn:microsoft.com/office/officeart/2016/7/layout/RepeatingBendingProcessNew"/>
    <dgm:cxn modelId="{DBF35782-A934-4279-85C2-CA4414605804}" type="presParOf" srcId="{6DD835AC-E649-4917-9473-95F406E065A7}" destId="{538802F6-0260-4340-8D1D-E0F358A6E570}" srcOrd="0" destOrd="0" presId="urn:microsoft.com/office/officeart/2016/7/layout/RepeatingBendingProcessNew"/>
    <dgm:cxn modelId="{7736A679-C67C-45F6-A8A7-E5492D8B6EA4}" type="presParOf" srcId="{1C16770E-B802-47C0-89F7-8B2FA3C8C71C}" destId="{A4C3B66B-E737-4C19-A3BE-D8180EA0D64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F5AE0F-713E-46A8-AC39-26EBFE23CD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3278B7D-CC14-45D5-92E0-33330965A6E2}">
      <dgm:prSet/>
      <dgm:spPr/>
      <dgm:t>
        <a:bodyPr/>
        <a:lstStyle/>
        <a:p>
          <a:r>
            <a:rPr lang="en-US" b="0" i="0" baseline="0"/>
            <a:t>Framework used by </a:t>
          </a:r>
          <a:r>
            <a:rPr lang="en-US" b="1" i="0" baseline="0"/>
            <a:t>90% of production LLM apps</a:t>
          </a:r>
          <a:endParaRPr lang="en-US"/>
        </a:p>
      </dgm:t>
    </dgm:pt>
    <dgm:pt modelId="{6344F044-53DE-4180-B3A8-8F3B408E2208}" type="parTrans" cxnId="{989551CA-17C9-4E57-988F-6C92A02FCFC3}">
      <dgm:prSet/>
      <dgm:spPr/>
      <dgm:t>
        <a:bodyPr/>
        <a:lstStyle/>
        <a:p>
          <a:endParaRPr lang="en-US"/>
        </a:p>
      </dgm:t>
    </dgm:pt>
    <dgm:pt modelId="{77D9E267-DB64-4FE9-8354-9755C5EDEC94}" type="sibTrans" cxnId="{989551CA-17C9-4E57-988F-6C92A02FCFC3}">
      <dgm:prSet/>
      <dgm:spPr/>
      <dgm:t>
        <a:bodyPr/>
        <a:lstStyle/>
        <a:p>
          <a:endParaRPr lang="en-US"/>
        </a:p>
      </dgm:t>
    </dgm:pt>
    <dgm:pt modelId="{19EA8387-59DD-44D9-9593-4D4318299E15}">
      <dgm:prSet/>
      <dgm:spPr/>
      <dgm:t>
        <a:bodyPr/>
        <a:lstStyle/>
        <a:p>
          <a:r>
            <a:rPr lang="en-US" b="0" i="0" baseline="0"/>
            <a:t>Integrates with </a:t>
          </a:r>
          <a:r>
            <a:rPr lang="en-US" b="1" i="0" baseline="0"/>
            <a:t>OpenAI, Anthropic, Ollama, Hugging Face</a:t>
          </a:r>
          <a:endParaRPr lang="en-US"/>
        </a:p>
      </dgm:t>
    </dgm:pt>
    <dgm:pt modelId="{69B79508-77E1-47B1-B51C-3F88A198D77C}" type="parTrans" cxnId="{FB46F43B-E654-4955-A329-F313C5FA510C}">
      <dgm:prSet/>
      <dgm:spPr/>
      <dgm:t>
        <a:bodyPr/>
        <a:lstStyle/>
        <a:p>
          <a:endParaRPr lang="en-US"/>
        </a:p>
      </dgm:t>
    </dgm:pt>
    <dgm:pt modelId="{F6465B9F-C960-4976-95BF-C7CC69FC3248}" type="sibTrans" cxnId="{FB46F43B-E654-4955-A329-F313C5FA510C}">
      <dgm:prSet/>
      <dgm:spPr/>
      <dgm:t>
        <a:bodyPr/>
        <a:lstStyle/>
        <a:p>
          <a:endParaRPr lang="en-US"/>
        </a:p>
      </dgm:t>
    </dgm:pt>
    <dgm:pt modelId="{8870C577-EAC8-4330-A10A-61B5B12AAA02}">
      <dgm:prSet/>
      <dgm:spPr/>
      <dgm:t>
        <a:bodyPr/>
        <a:lstStyle/>
        <a:p>
          <a:r>
            <a:rPr lang="en-US" b="0" i="0" baseline="0"/>
            <a:t>Powers </a:t>
          </a:r>
          <a:r>
            <a:rPr lang="en-US" b="1" i="0" baseline="0"/>
            <a:t>RAG, Agent, and Automation</a:t>
          </a:r>
          <a:r>
            <a:rPr lang="en-US" b="0" i="0" baseline="0"/>
            <a:t> systems</a:t>
          </a:r>
          <a:endParaRPr lang="en-US"/>
        </a:p>
      </dgm:t>
    </dgm:pt>
    <dgm:pt modelId="{D498B51B-88D7-4D97-8324-519DDCF161D7}" type="parTrans" cxnId="{5078E97C-F2D8-45E3-B54D-A0201C80E518}">
      <dgm:prSet/>
      <dgm:spPr/>
      <dgm:t>
        <a:bodyPr/>
        <a:lstStyle/>
        <a:p>
          <a:endParaRPr lang="en-US"/>
        </a:p>
      </dgm:t>
    </dgm:pt>
    <dgm:pt modelId="{E5B21706-019D-477B-B005-E795D186DCF3}" type="sibTrans" cxnId="{5078E97C-F2D8-45E3-B54D-A0201C80E518}">
      <dgm:prSet/>
      <dgm:spPr/>
      <dgm:t>
        <a:bodyPr/>
        <a:lstStyle/>
        <a:p>
          <a:endParaRPr lang="en-US"/>
        </a:p>
      </dgm:t>
    </dgm:pt>
    <dgm:pt modelId="{8CC0171D-B26C-4C56-8371-2CE6F047381F}">
      <dgm:prSet/>
      <dgm:spPr/>
      <dgm:t>
        <a:bodyPr/>
        <a:lstStyle/>
        <a:p>
          <a:r>
            <a:rPr lang="en-US" b="0" i="0" baseline="0"/>
            <a:t>Essential skill for AI roles in 2025+</a:t>
          </a:r>
          <a:endParaRPr lang="en-US"/>
        </a:p>
      </dgm:t>
    </dgm:pt>
    <dgm:pt modelId="{488C4C6B-9628-4AA5-9834-A1B9B3E0B9E5}" type="parTrans" cxnId="{363CB11A-1BDC-40F2-B79D-C93626502782}">
      <dgm:prSet/>
      <dgm:spPr/>
      <dgm:t>
        <a:bodyPr/>
        <a:lstStyle/>
        <a:p>
          <a:endParaRPr lang="en-US"/>
        </a:p>
      </dgm:t>
    </dgm:pt>
    <dgm:pt modelId="{C2FAD185-5425-4481-8930-7E49E06F4F31}" type="sibTrans" cxnId="{363CB11A-1BDC-40F2-B79D-C93626502782}">
      <dgm:prSet/>
      <dgm:spPr/>
      <dgm:t>
        <a:bodyPr/>
        <a:lstStyle/>
        <a:p>
          <a:endParaRPr lang="en-US"/>
        </a:p>
      </dgm:t>
    </dgm:pt>
    <dgm:pt modelId="{56231B33-B92D-4145-9F2C-0140C0EFBEC9}" type="pres">
      <dgm:prSet presAssocID="{6AF5AE0F-713E-46A8-AC39-26EBFE23CD71}" presName="root" presStyleCnt="0">
        <dgm:presLayoutVars>
          <dgm:dir/>
          <dgm:resizeHandles val="exact"/>
        </dgm:presLayoutVars>
      </dgm:prSet>
      <dgm:spPr/>
    </dgm:pt>
    <dgm:pt modelId="{CBE90F9A-B117-4D87-96DA-84F0BEDC2C3C}" type="pres">
      <dgm:prSet presAssocID="{F3278B7D-CC14-45D5-92E0-33330965A6E2}" presName="compNode" presStyleCnt="0"/>
      <dgm:spPr/>
    </dgm:pt>
    <dgm:pt modelId="{C1C6907E-6440-410C-B26D-84C455E45201}" type="pres">
      <dgm:prSet presAssocID="{F3278B7D-CC14-45D5-92E0-33330965A6E2}" presName="bgRect" presStyleLbl="bgShp" presStyleIdx="0" presStyleCnt="4"/>
      <dgm:spPr/>
    </dgm:pt>
    <dgm:pt modelId="{9889FD8D-1506-484A-811E-041BC7BF9428}" type="pres">
      <dgm:prSet presAssocID="{F3278B7D-CC14-45D5-92E0-33330965A6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10856D1-4D78-44A2-9059-3C2643FB7C17}" type="pres">
      <dgm:prSet presAssocID="{F3278B7D-CC14-45D5-92E0-33330965A6E2}" presName="spaceRect" presStyleCnt="0"/>
      <dgm:spPr/>
    </dgm:pt>
    <dgm:pt modelId="{95FCD069-478C-4C12-868E-AEE9638DB5A9}" type="pres">
      <dgm:prSet presAssocID="{F3278B7D-CC14-45D5-92E0-33330965A6E2}" presName="parTx" presStyleLbl="revTx" presStyleIdx="0" presStyleCnt="4">
        <dgm:presLayoutVars>
          <dgm:chMax val="0"/>
          <dgm:chPref val="0"/>
        </dgm:presLayoutVars>
      </dgm:prSet>
      <dgm:spPr/>
    </dgm:pt>
    <dgm:pt modelId="{B60AE1C0-74BA-4F73-BF1F-CD42B7EDA897}" type="pres">
      <dgm:prSet presAssocID="{77D9E267-DB64-4FE9-8354-9755C5EDEC94}" presName="sibTrans" presStyleCnt="0"/>
      <dgm:spPr/>
    </dgm:pt>
    <dgm:pt modelId="{39CB678D-B60B-46D9-B4F6-4C7D2318B30B}" type="pres">
      <dgm:prSet presAssocID="{19EA8387-59DD-44D9-9593-4D4318299E15}" presName="compNode" presStyleCnt="0"/>
      <dgm:spPr/>
    </dgm:pt>
    <dgm:pt modelId="{3A54CCC6-F1BB-4036-9637-7B45D5A1A44F}" type="pres">
      <dgm:prSet presAssocID="{19EA8387-59DD-44D9-9593-4D4318299E15}" presName="bgRect" presStyleLbl="bgShp" presStyleIdx="1" presStyleCnt="4"/>
      <dgm:spPr/>
    </dgm:pt>
    <dgm:pt modelId="{4F61DA81-721A-4EF1-B14F-1F190213EA4A}" type="pres">
      <dgm:prSet presAssocID="{19EA8387-59DD-44D9-9593-4D4318299E1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E3FE3957-747E-4B10-B624-3F20141FA502}" type="pres">
      <dgm:prSet presAssocID="{19EA8387-59DD-44D9-9593-4D4318299E15}" presName="spaceRect" presStyleCnt="0"/>
      <dgm:spPr/>
    </dgm:pt>
    <dgm:pt modelId="{34554378-486B-46D6-9446-2BACC493DA24}" type="pres">
      <dgm:prSet presAssocID="{19EA8387-59DD-44D9-9593-4D4318299E15}" presName="parTx" presStyleLbl="revTx" presStyleIdx="1" presStyleCnt="4">
        <dgm:presLayoutVars>
          <dgm:chMax val="0"/>
          <dgm:chPref val="0"/>
        </dgm:presLayoutVars>
      </dgm:prSet>
      <dgm:spPr/>
    </dgm:pt>
    <dgm:pt modelId="{6086EBE5-DE23-4009-B0DA-64CCA534E23B}" type="pres">
      <dgm:prSet presAssocID="{F6465B9F-C960-4976-95BF-C7CC69FC3248}" presName="sibTrans" presStyleCnt="0"/>
      <dgm:spPr/>
    </dgm:pt>
    <dgm:pt modelId="{90243D74-8E64-46F6-87DF-587F73C6DA65}" type="pres">
      <dgm:prSet presAssocID="{8870C577-EAC8-4330-A10A-61B5B12AAA02}" presName="compNode" presStyleCnt="0"/>
      <dgm:spPr/>
    </dgm:pt>
    <dgm:pt modelId="{EFC6AB50-580A-47D9-BADD-56729A3C768A}" type="pres">
      <dgm:prSet presAssocID="{8870C577-EAC8-4330-A10A-61B5B12AAA02}" presName="bgRect" presStyleLbl="bgShp" presStyleIdx="2" presStyleCnt="4"/>
      <dgm:spPr/>
    </dgm:pt>
    <dgm:pt modelId="{48DDBD12-66CE-4C51-AC7B-3777E4ADD03B}" type="pres">
      <dgm:prSet presAssocID="{8870C577-EAC8-4330-A10A-61B5B12AAA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1565A1A-DD6F-49F2-A8E9-42A71BB141CF}" type="pres">
      <dgm:prSet presAssocID="{8870C577-EAC8-4330-A10A-61B5B12AAA02}" presName="spaceRect" presStyleCnt="0"/>
      <dgm:spPr/>
    </dgm:pt>
    <dgm:pt modelId="{2C7D97C4-C156-4E49-B037-F92E9553B671}" type="pres">
      <dgm:prSet presAssocID="{8870C577-EAC8-4330-A10A-61B5B12AAA02}" presName="parTx" presStyleLbl="revTx" presStyleIdx="2" presStyleCnt="4">
        <dgm:presLayoutVars>
          <dgm:chMax val="0"/>
          <dgm:chPref val="0"/>
        </dgm:presLayoutVars>
      </dgm:prSet>
      <dgm:spPr/>
    </dgm:pt>
    <dgm:pt modelId="{73D84AFE-AB6A-463F-8A44-EF00E87AF1C4}" type="pres">
      <dgm:prSet presAssocID="{E5B21706-019D-477B-B005-E795D186DCF3}" presName="sibTrans" presStyleCnt="0"/>
      <dgm:spPr/>
    </dgm:pt>
    <dgm:pt modelId="{CEDC936F-CC66-4694-A3DC-22B503B2D711}" type="pres">
      <dgm:prSet presAssocID="{8CC0171D-B26C-4C56-8371-2CE6F047381F}" presName="compNode" presStyleCnt="0"/>
      <dgm:spPr/>
    </dgm:pt>
    <dgm:pt modelId="{A13BFEC6-27C9-4DB1-A219-2C5652FD2F84}" type="pres">
      <dgm:prSet presAssocID="{8CC0171D-B26C-4C56-8371-2CE6F047381F}" presName="bgRect" presStyleLbl="bgShp" presStyleIdx="3" presStyleCnt="4"/>
      <dgm:spPr/>
    </dgm:pt>
    <dgm:pt modelId="{736A4FA9-B7C3-4ECD-BE81-5CB1A3A655F2}" type="pres">
      <dgm:prSet presAssocID="{8CC0171D-B26C-4C56-8371-2CE6F04738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306091D-1AD9-469F-99DA-56B1300F4164}" type="pres">
      <dgm:prSet presAssocID="{8CC0171D-B26C-4C56-8371-2CE6F047381F}" presName="spaceRect" presStyleCnt="0"/>
      <dgm:spPr/>
    </dgm:pt>
    <dgm:pt modelId="{02FD17E2-A872-450A-A9A5-DFAA8C70C582}" type="pres">
      <dgm:prSet presAssocID="{8CC0171D-B26C-4C56-8371-2CE6F047381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63CB11A-1BDC-40F2-B79D-C93626502782}" srcId="{6AF5AE0F-713E-46A8-AC39-26EBFE23CD71}" destId="{8CC0171D-B26C-4C56-8371-2CE6F047381F}" srcOrd="3" destOrd="0" parTransId="{488C4C6B-9628-4AA5-9834-A1B9B3E0B9E5}" sibTransId="{C2FAD185-5425-4481-8930-7E49E06F4F31}"/>
    <dgm:cxn modelId="{FB46F43B-E654-4955-A329-F313C5FA510C}" srcId="{6AF5AE0F-713E-46A8-AC39-26EBFE23CD71}" destId="{19EA8387-59DD-44D9-9593-4D4318299E15}" srcOrd="1" destOrd="0" parTransId="{69B79508-77E1-47B1-B51C-3F88A198D77C}" sibTransId="{F6465B9F-C960-4976-95BF-C7CC69FC3248}"/>
    <dgm:cxn modelId="{C3D7E463-9400-40BF-B523-421ABB500D2D}" type="presOf" srcId="{6AF5AE0F-713E-46A8-AC39-26EBFE23CD71}" destId="{56231B33-B92D-4145-9F2C-0140C0EFBEC9}" srcOrd="0" destOrd="0" presId="urn:microsoft.com/office/officeart/2018/2/layout/IconVerticalSolidList"/>
    <dgm:cxn modelId="{5078E97C-F2D8-45E3-B54D-A0201C80E518}" srcId="{6AF5AE0F-713E-46A8-AC39-26EBFE23CD71}" destId="{8870C577-EAC8-4330-A10A-61B5B12AAA02}" srcOrd="2" destOrd="0" parTransId="{D498B51B-88D7-4D97-8324-519DDCF161D7}" sibTransId="{E5B21706-019D-477B-B005-E795D186DCF3}"/>
    <dgm:cxn modelId="{989551CA-17C9-4E57-988F-6C92A02FCFC3}" srcId="{6AF5AE0F-713E-46A8-AC39-26EBFE23CD71}" destId="{F3278B7D-CC14-45D5-92E0-33330965A6E2}" srcOrd="0" destOrd="0" parTransId="{6344F044-53DE-4180-B3A8-8F3B408E2208}" sibTransId="{77D9E267-DB64-4FE9-8354-9755C5EDEC94}"/>
    <dgm:cxn modelId="{F291D8D7-DD54-41BE-B706-8653481B7436}" type="presOf" srcId="{8870C577-EAC8-4330-A10A-61B5B12AAA02}" destId="{2C7D97C4-C156-4E49-B037-F92E9553B671}" srcOrd="0" destOrd="0" presId="urn:microsoft.com/office/officeart/2018/2/layout/IconVerticalSolidList"/>
    <dgm:cxn modelId="{84E24FE8-1679-45F2-9DC6-AFE03FE369A1}" type="presOf" srcId="{F3278B7D-CC14-45D5-92E0-33330965A6E2}" destId="{95FCD069-478C-4C12-868E-AEE9638DB5A9}" srcOrd="0" destOrd="0" presId="urn:microsoft.com/office/officeart/2018/2/layout/IconVerticalSolidList"/>
    <dgm:cxn modelId="{888909F2-6329-40BE-9612-DA0C90348E5B}" type="presOf" srcId="{19EA8387-59DD-44D9-9593-4D4318299E15}" destId="{34554378-486B-46D6-9446-2BACC493DA24}" srcOrd="0" destOrd="0" presId="urn:microsoft.com/office/officeart/2018/2/layout/IconVerticalSolidList"/>
    <dgm:cxn modelId="{1C4D39F9-D8FE-4175-ABA3-A630D00760FB}" type="presOf" srcId="{8CC0171D-B26C-4C56-8371-2CE6F047381F}" destId="{02FD17E2-A872-450A-A9A5-DFAA8C70C582}" srcOrd="0" destOrd="0" presId="urn:microsoft.com/office/officeart/2018/2/layout/IconVerticalSolidList"/>
    <dgm:cxn modelId="{D8A48962-CA95-43B6-9129-8DA7B77B0814}" type="presParOf" srcId="{56231B33-B92D-4145-9F2C-0140C0EFBEC9}" destId="{CBE90F9A-B117-4D87-96DA-84F0BEDC2C3C}" srcOrd="0" destOrd="0" presId="urn:microsoft.com/office/officeart/2018/2/layout/IconVerticalSolidList"/>
    <dgm:cxn modelId="{7425A61E-EB7D-4307-B8DA-1A41F7ED95E4}" type="presParOf" srcId="{CBE90F9A-B117-4D87-96DA-84F0BEDC2C3C}" destId="{C1C6907E-6440-410C-B26D-84C455E45201}" srcOrd="0" destOrd="0" presId="urn:microsoft.com/office/officeart/2018/2/layout/IconVerticalSolidList"/>
    <dgm:cxn modelId="{97BA655F-714D-4FA4-BBD9-9CF1C919867C}" type="presParOf" srcId="{CBE90F9A-B117-4D87-96DA-84F0BEDC2C3C}" destId="{9889FD8D-1506-484A-811E-041BC7BF9428}" srcOrd="1" destOrd="0" presId="urn:microsoft.com/office/officeart/2018/2/layout/IconVerticalSolidList"/>
    <dgm:cxn modelId="{828F2DA3-8F31-4DD0-B2F2-557448217936}" type="presParOf" srcId="{CBE90F9A-B117-4D87-96DA-84F0BEDC2C3C}" destId="{110856D1-4D78-44A2-9059-3C2643FB7C17}" srcOrd="2" destOrd="0" presId="urn:microsoft.com/office/officeart/2018/2/layout/IconVerticalSolidList"/>
    <dgm:cxn modelId="{66FECD67-350F-4E24-ADF5-B57B7C816372}" type="presParOf" srcId="{CBE90F9A-B117-4D87-96DA-84F0BEDC2C3C}" destId="{95FCD069-478C-4C12-868E-AEE9638DB5A9}" srcOrd="3" destOrd="0" presId="urn:microsoft.com/office/officeart/2018/2/layout/IconVerticalSolidList"/>
    <dgm:cxn modelId="{56BB1C1E-2514-4710-8677-C2321D8EB102}" type="presParOf" srcId="{56231B33-B92D-4145-9F2C-0140C0EFBEC9}" destId="{B60AE1C0-74BA-4F73-BF1F-CD42B7EDA897}" srcOrd="1" destOrd="0" presId="urn:microsoft.com/office/officeart/2018/2/layout/IconVerticalSolidList"/>
    <dgm:cxn modelId="{5DA748A2-66EC-4A08-85A5-15554229601F}" type="presParOf" srcId="{56231B33-B92D-4145-9F2C-0140C0EFBEC9}" destId="{39CB678D-B60B-46D9-B4F6-4C7D2318B30B}" srcOrd="2" destOrd="0" presId="urn:microsoft.com/office/officeart/2018/2/layout/IconVerticalSolidList"/>
    <dgm:cxn modelId="{B65B7853-7044-4C56-A0F6-5880E37D6DBF}" type="presParOf" srcId="{39CB678D-B60B-46D9-B4F6-4C7D2318B30B}" destId="{3A54CCC6-F1BB-4036-9637-7B45D5A1A44F}" srcOrd="0" destOrd="0" presId="urn:microsoft.com/office/officeart/2018/2/layout/IconVerticalSolidList"/>
    <dgm:cxn modelId="{5FFE584A-A802-485F-B2F1-41A7EC838043}" type="presParOf" srcId="{39CB678D-B60B-46D9-B4F6-4C7D2318B30B}" destId="{4F61DA81-721A-4EF1-B14F-1F190213EA4A}" srcOrd="1" destOrd="0" presId="urn:microsoft.com/office/officeart/2018/2/layout/IconVerticalSolidList"/>
    <dgm:cxn modelId="{53FB52AE-22DE-4B37-99A1-18523F2DD976}" type="presParOf" srcId="{39CB678D-B60B-46D9-B4F6-4C7D2318B30B}" destId="{E3FE3957-747E-4B10-B624-3F20141FA502}" srcOrd="2" destOrd="0" presId="urn:microsoft.com/office/officeart/2018/2/layout/IconVerticalSolidList"/>
    <dgm:cxn modelId="{C7756F49-4571-4BB8-9A67-F3A1E2610C5E}" type="presParOf" srcId="{39CB678D-B60B-46D9-B4F6-4C7D2318B30B}" destId="{34554378-486B-46D6-9446-2BACC493DA24}" srcOrd="3" destOrd="0" presId="urn:microsoft.com/office/officeart/2018/2/layout/IconVerticalSolidList"/>
    <dgm:cxn modelId="{EFFC7805-C905-49B6-BED5-9311296F9C0D}" type="presParOf" srcId="{56231B33-B92D-4145-9F2C-0140C0EFBEC9}" destId="{6086EBE5-DE23-4009-B0DA-64CCA534E23B}" srcOrd="3" destOrd="0" presId="urn:microsoft.com/office/officeart/2018/2/layout/IconVerticalSolidList"/>
    <dgm:cxn modelId="{0D9EC659-2682-4B65-8301-AF3D56A980D5}" type="presParOf" srcId="{56231B33-B92D-4145-9F2C-0140C0EFBEC9}" destId="{90243D74-8E64-46F6-87DF-587F73C6DA65}" srcOrd="4" destOrd="0" presId="urn:microsoft.com/office/officeart/2018/2/layout/IconVerticalSolidList"/>
    <dgm:cxn modelId="{E9EADCE8-059C-4D15-BD7E-70588D78AC24}" type="presParOf" srcId="{90243D74-8E64-46F6-87DF-587F73C6DA65}" destId="{EFC6AB50-580A-47D9-BADD-56729A3C768A}" srcOrd="0" destOrd="0" presId="urn:microsoft.com/office/officeart/2018/2/layout/IconVerticalSolidList"/>
    <dgm:cxn modelId="{2A97D21D-F3F7-4455-9445-BA704F79DFEC}" type="presParOf" srcId="{90243D74-8E64-46F6-87DF-587F73C6DA65}" destId="{48DDBD12-66CE-4C51-AC7B-3777E4ADD03B}" srcOrd="1" destOrd="0" presId="urn:microsoft.com/office/officeart/2018/2/layout/IconVerticalSolidList"/>
    <dgm:cxn modelId="{39E4AD3C-A39E-46E4-BC67-C179ADCB612E}" type="presParOf" srcId="{90243D74-8E64-46F6-87DF-587F73C6DA65}" destId="{71565A1A-DD6F-49F2-A8E9-42A71BB141CF}" srcOrd="2" destOrd="0" presId="urn:microsoft.com/office/officeart/2018/2/layout/IconVerticalSolidList"/>
    <dgm:cxn modelId="{F58949EF-DD71-4B4D-893D-CAEFEB21B317}" type="presParOf" srcId="{90243D74-8E64-46F6-87DF-587F73C6DA65}" destId="{2C7D97C4-C156-4E49-B037-F92E9553B671}" srcOrd="3" destOrd="0" presId="urn:microsoft.com/office/officeart/2018/2/layout/IconVerticalSolidList"/>
    <dgm:cxn modelId="{91E2FA5B-5D75-46D5-9C87-8ADA1F514033}" type="presParOf" srcId="{56231B33-B92D-4145-9F2C-0140C0EFBEC9}" destId="{73D84AFE-AB6A-463F-8A44-EF00E87AF1C4}" srcOrd="5" destOrd="0" presId="urn:microsoft.com/office/officeart/2018/2/layout/IconVerticalSolidList"/>
    <dgm:cxn modelId="{EA130E54-9836-4146-A10C-E52C24E274D3}" type="presParOf" srcId="{56231B33-B92D-4145-9F2C-0140C0EFBEC9}" destId="{CEDC936F-CC66-4694-A3DC-22B503B2D711}" srcOrd="6" destOrd="0" presId="urn:microsoft.com/office/officeart/2018/2/layout/IconVerticalSolidList"/>
    <dgm:cxn modelId="{75357C03-CFCA-4AC9-A2D1-25EBB9456F04}" type="presParOf" srcId="{CEDC936F-CC66-4694-A3DC-22B503B2D711}" destId="{A13BFEC6-27C9-4DB1-A219-2C5652FD2F84}" srcOrd="0" destOrd="0" presId="urn:microsoft.com/office/officeart/2018/2/layout/IconVerticalSolidList"/>
    <dgm:cxn modelId="{C455B1BA-B42E-4E5A-837C-CA552B2D006C}" type="presParOf" srcId="{CEDC936F-CC66-4694-A3DC-22B503B2D711}" destId="{736A4FA9-B7C3-4ECD-BE81-5CB1A3A655F2}" srcOrd="1" destOrd="0" presId="urn:microsoft.com/office/officeart/2018/2/layout/IconVerticalSolidList"/>
    <dgm:cxn modelId="{2C80022E-4144-43B2-94F2-561998D7113E}" type="presParOf" srcId="{CEDC936F-CC66-4694-A3DC-22B503B2D711}" destId="{0306091D-1AD9-469F-99DA-56B1300F4164}" srcOrd="2" destOrd="0" presId="urn:microsoft.com/office/officeart/2018/2/layout/IconVerticalSolidList"/>
    <dgm:cxn modelId="{62E94B00-175E-4393-B552-6531D1094C41}" type="presParOf" srcId="{CEDC936F-CC66-4694-A3DC-22B503B2D711}" destId="{02FD17E2-A872-450A-A9A5-DFAA8C70C5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F32DC-375E-4DE5-B105-D103F0FA4825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Understand how </a:t>
          </a:r>
          <a:r>
            <a:rPr lang="en-US" sz="2100" kern="1200" dirty="0" err="1"/>
            <a:t>LangChain</a:t>
          </a:r>
          <a:r>
            <a:rPr lang="en-US" sz="2100" kern="1200" dirty="0"/>
            <a:t> connects LLMs and your data</a:t>
          </a:r>
        </a:p>
      </dsp:txBody>
      <dsp:txXfrm>
        <a:off x="3201" y="1669704"/>
        <a:ext cx="2539866" cy="2133487"/>
      </dsp:txXfrm>
    </dsp:sp>
    <dsp:sp modelId="{CE80C885-90D4-4CB7-802C-C55B98084889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4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0E64DD5F-DF51-43FB-9E1F-9A878CF51F69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2917576"/>
                <a:satOff val="-3427"/>
                <a:lumOff val="1317"/>
                <a:alphaOff val="0"/>
                <a:shade val="36000"/>
                <a:satMod val="120000"/>
              </a:schemeClr>
              <a:schemeClr val="accent4">
                <a:hueOff val="2917576"/>
                <a:satOff val="-3427"/>
                <a:lumOff val="1317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2917576"/>
              <a:satOff val="-3427"/>
              <a:lumOff val="1317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221930-B74B-4368-82A7-4B5A1923C405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4">
            <a:tint val="40000"/>
            <a:alpha val="90000"/>
            <a:hueOff val="6886154"/>
            <a:satOff val="-3749"/>
            <a:lumOff val="49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6886154"/>
              <a:satOff val="-3749"/>
              <a:lumOff val="49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Learn the workflow: Loader → Embeddings → Vector DB → Chain → Query</a:t>
          </a:r>
        </a:p>
      </dsp:txBody>
      <dsp:txXfrm>
        <a:off x="2797054" y="1669704"/>
        <a:ext cx="2539866" cy="2133487"/>
      </dsp:txXfrm>
    </dsp:sp>
    <dsp:sp modelId="{F9B840F8-6ABF-4619-A0F9-12E5A3256FB9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5835152"/>
                <a:satOff val="-6853"/>
                <a:lumOff val="2633"/>
                <a:alphaOff val="0"/>
                <a:shade val="36000"/>
                <a:satMod val="120000"/>
              </a:schemeClr>
              <a:schemeClr val="accent4">
                <a:hueOff val="5835152"/>
                <a:satOff val="-6853"/>
                <a:lumOff val="2633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5835152"/>
              <a:satOff val="-6853"/>
              <a:lumOff val="2633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5F1CDD66-6960-4022-BBB1-D062E946BC68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8752729"/>
                <a:satOff val="-10280"/>
                <a:lumOff val="3950"/>
                <a:alphaOff val="0"/>
                <a:shade val="36000"/>
                <a:satMod val="120000"/>
              </a:schemeClr>
              <a:schemeClr val="accent4">
                <a:hueOff val="8752729"/>
                <a:satOff val="-10280"/>
                <a:lumOff val="395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8752729"/>
              <a:satOff val="-10280"/>
              <a:lumOff val="395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A46D63-E969-44FF-A390-1C25ED6DE4D0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4">
            <a:tint val="40000"/>
            <a:alpha val="90000"/>
            <a:hueOff val="13772307"/>
            <a:satOff val="-7499"/>
            <a:lumOff val="983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3772307"/>
              <a:satOff val="-7499"/>
              <a:lumOff val="98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 a </a:t>
          </a:r>
          <a:r>
            <a:rPr lang="en-US" sz="2100" b="1" kern="1200"/>
            <a:t>PDF Q&amp;A assistant</a:t>
          </a:r>
          <a:r>
            <a:rPr lang="en-US" sz="2100" kern="1200"/>
            <a:t> step-by-step</a:t>
          </a:r>
        </a:p>
      </dsp:txBody>
      <dsp:txXfrm>
        <a:off x="5590907" y="1669704"/>
        <a:ext cx="2539866" cy="2133487"/>
      </dsp:txXfrm>
    </dsp:sp>
    <dsp:sp modelId="{4FE2FC2B-865A-42C3-9E16-2FC9D3716616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11670305"/>
                <a:satOff val="-13706"/>
                <a:lumOff val="5266"/>
                <a:alphaOff val="0"/>
                <a:shade val="36000"/>
                <a:satMod val="120000"/>
              </a:schemeClr>
              <a:schemeClr val="accent4">
                <a:hueOff val="11670305"/>
                <a:satOff val="-13706"/>
                <a:lumOff val="5266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11670305"/>
              <a:satOff val="-13706"/>
              <a:lumOff val="5266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92872A98-129B-499F-9C6E-C18602C39ADF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14587881"/>
                <a:satOff val="-17133"/>
                <a:lumOff val="6583"/>
                <a:alphaOff val="0"/>
                <a:shade val="36000"/>
                <a:satMod val="120000"/>
              </a:schemeClr>
              <a:schemeClr val="accent4">
                <a:hueOff val="14587881"/>
                <a:satOff val="-17133"/>
                <a:lumOff val="6583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14587881"/>
              <a:satOff val="-17133"/>
              <a:lumOff val="6583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062D73-ED45-44C3-A4F7-C8A183B86EFA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4">
            <a:tint val="40000"/>
            <a:alpha val="90000"/>
            <a:hueOff val="20658461"/>
            <a:satOff val="-11248"/>
            <a:lumOff val="1474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20658461"/>
              <a:satOff val="-11248"/>
              <a:lumOff val="14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See how this evolves into a full production app inside the cohort</a:t>
          </a:r>
        </a:p>
      </dsp:txBody>
      <dsp:txXfrm>
        <a:off x="8384760" y="1669704"/>
        <a:ext cx="2539866" cy="2133487"/>
      </dsp:txXfrm>
    </dsp:sp>
    <dsp:sp modelId="{59987773-093B-4E6E-8B09-CE445C78B165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17505458"/>
                <a:satOff val="-20559"/>
                <a:lumOff val="7899"/>
                <a:alphaOff val="0"/>
                <a:shade val="36000"/>
                <a:satMod val="120000"/>
              </a:schemeClr>
              <a:schemeClr val="accent4">
                <a:hueOff val="17505458"/>
                <a:satOff val="-20559"/>
                <a:lumOff val="7899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17505458"/>
              <a:satOff val="-20559"/>
              <a:lumOff val="7899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5106ECD0-1F1E-48E3-A5E1-B763924BDD3B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20423033"/>
                <a:satOff val="-23986"/>
                <a:lumOff val="9216"/>
                <a:alphaOff val="0"/>
                <a:shade val="36000"/>
                <a:satMod val="120000"/>
              </a:schemeClr>
              <a:schemeClr val="accent4">
                <a:hueOff val="20423033"/>
                <a:satOff val="-23986"/>
                <a:lumOff val="9216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20423033"/>
              <a:satOff val="-23986"/>
              <a:lumOff val="9216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F8A4A-60C1-4F77-8882-A077219982C8}">
      <dsp:nvSpPr>
        <dsp:cNvPr id="0" name=""/>
        <dsp:cNvSpPr/>
      </dsp:nvSpPr>
      <dsp:spPr>
        <a:xfrm>
          <a:off x="3180986" y="713528"/>
          <a:ext cx="5511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114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2015" y="756340"/>
        <a:ext cx="29087" cy="5817"/>
      </dsp:txXfrm>
    </dsp:sp>
    <dsp:sp modelId="{DB83D56E-BEAF-4088-AA10-AAA72973E928}">
      <dsp:nvSpPr>
        <dsp:cNvPr id="0" name=""/>
        <dsp:cNvSpPr/>
      </dsp:nvSpPr>
      <dsp:spPr>
        <a:xfrm>
          <a:off x="653452" y="448"/>
          <a:ext cx="2529333" cy="1517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LLM</a:t>
          </a:r>
          <a:r>
            <a:rPr lang="en-US" sz="2000" b="0" i="0" kern="1200" baseline="0"/>
            <a:t> – The brain (GPT-3.5 / GPT-4)</a:t>
          </a:r>
          <a:endParaRPr lang="en-US" sz="2000" kern="1200"/>
        </a:p>
      </dsp:txBody>
      <dsp:txXfrm>
        <a:off x="653452" y="448"/>
        <a:ext cx="2529333" cy="1517600"/>
      </dsp:txXfrm>
    </dsp:sp>
    <dsp:sp modelId="{C32FA539-7CB7-44C7-A4D2-08D139F05C17}">
      <dsp:nvSpPr>
        <dsp:cNvPr id="0" name=""/>
        <dsp:cNvSpPr/>
      </dsp:nvSpPr>
      <dsp:spPr>
        <a:xfrm>
          <a:off x="6292066" y="713528"/>
          <a:ext cx="5511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114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53096" y="756340"/>
        <a:ext cx="29087" cy="5817"/>
      </dsp:txXfrm>
    </dsp:sp>
    <dsp:sp modelId="{53799A22-5601-46BE-8A15-56B8D450D1FC}">
      <dsp:nvSpPr>
        <dsp:cNvPr id="0" name=""/>
        <dsp:cNvSpPr/>
      </dsp:nvSpPr>
      <dsp:spPr>
        <a:xfrm>
          <a:off x="3764533" y="448"/>
          <a:ext cx="2529333" cy="1517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PromptTemplate</a:t>
          </a:r>
          <a:r>
            <a:rPr lang="en-US" sz="2000" b="0" i="0" kern="1200" baseline="0"/>
            <a:t> – How we talk to it</a:t>
          </a:r>
          <a:endParaRPr lang="en-US" sz="2000" kern="1200"/>
        </a:p>
      </dsp:txBody>
      <dsp:txXfrm>
        <a:off x="3764533" y="448"/>
        <a:ext cx="2529333" cy="1517600"/>
      </dsp:txXfrm>
    </dsp:sp>
    <dsp:sp modelId="{864F4A24-0EC5-43A0-80DD-6795B5127094}">
      <dsp:nvSpPr>
        <dsp:cNvPr id="0" name=""/>
        <dsp:cNvSpPr/>
      </dsp:nvSpPr>
      <dsp:spPr>
        <a:xfrm>
          <a:off x="1918119" y="1516249"/>
          <a:ext cx="6222161" cy="551146"/>
        </a:xfrm>
        <a:custGeom>
          <a:avLst/>
          <a:gdLst/>
          <a:ahLst/>
          <a:cxnLst/>
          <a:rect l="0" t="0" r="0" b="0"/>
          <a:pathLst>
            <a:path>
              <a:moveTo>
                <a:pt x="6222161" y="0"/>
              </a:moveTo>
              <a:lnTo>
                <a:pt x="6222161" y="292673"/>
              </a:lnTo>
              <a:lnTo>
                <a:pt x="0" y="292673"/>
              </a:lnTo>
              <a:lnTo>
                <a:pt x="0" y="55114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72967" y="1788913"/>
        <a:ext cx="312464" cy="5817"/>
      </dsp:txXfrm>
    </dsp:sp>
    <dsp:sp modelId="{7A1AFE20-FEA3-494C-B35F-7C44AA5CD66D}">
      <dsp:nvSpPr>
        <dsp:cNvPr id="0" name=""/>
        <dsp:cNvSpPr/>
      </dsp:nvSpPr>
      <dsp:spPr>
        <a:xfrm>
          <a:off x="6875613" y="448"/>
          <a:ext cx="2529333" cy="1517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Document Loader</a:t>
          </a:r>
          <a:r>
            <a:rPr lang="en-US" sz="2000" b="0" i="0" kern="1200" baseline="0"/>
            <a:t> – Reads files</a:t>
          </a:r>
          <a:endParaRPr lang="en-US" sz="2000" kern="1200"/>
        </a:p>
      </dsp:txBody>
      <dsp:txXfrm>
        <a:off x="6875613" y="448"/>
        <a:ext cx="2529333" cy="1517600"/>
      </dsp:txXfrm>
    </dsp:sp>
    <dsp:sp modelId="{7D8E4AE7-15DD-4EDB-8E04-E658682102A9}">
      <dsp:nvSpPr>
        <dsp:cNvPr id="0" name=""/>
        <dsp:cNvSpPr/>
      </dsp:nvSpPr>
      <dsp:spPr>
        <a:xfrm>
          <a:off x="3180986" y="2812876"/>
          <a:ext cx="5511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1146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42015" y="2855687"/>
        <a:ext cx="29087" cy="5817"/>
      </dsp:txXfrm>
    </dsp:sp>
    <dsp:sp modelId="{87753D00-45F7-41C0-9325-4BBBE830796F}">
      <dsp:nvSpPr>
        <dsp:cNvPr id="0" name=""/>
        <dsp:cNvSpPr/>
      </dsp:nvSpPr>
      <dsp:spPr>
        <a:xfrm>
          <a:off x="653452" y="2099795"/>
          <a:ext cx="2529333" cy="15176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Text Splitter</a:t>
          </a:r>
          <a:r>
            <a:rPr lang="en-US" sz="2000" b="0" i="0" kern="1200" baseline="0"/>
            <a:t> – Breaks large docs into chunks</a:t>
          </a:r>
          <a:endParaRPr lang="en-US" sz="2000" kern="1200"/>
        </a:p>
      </dsp:txBody>
      <dsp:txXfrm>
        <a:off x="653452" y="2099795"/>
        <a:ext cx="2529333" cy="1517600"/>
      </dsp:txXfrm>
    </dsp:sp>
    <dsp:sp modelId="{6DD835AC-E649-4917-9473-95F406E065A7}">
      <dsp:nvSpPr>
        <dsp:cNvPr id="0" name=""/>
        <dsp:cNvSpPr/>
      </dsp:nvSpPr>
      <dsp:spPr>
        <a:xfrm>
          <a:off x="6292066" y="2812876"/>
          <a:ext cx="5511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114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53096" y="2855687"/>
        <a:ext cx="29087" cy="5817"/>
      </dsp:txXfrm>
    </dsp:sp>
    <dsp:sp modelId="{89EF23E0-439E-4E2E-8793-1793AACAE98B}">
      <dsp:nvSpPr>
        <dsp:cNvPr id="0" name=""/>
        <dsp:cNvSpPr/>
      </dsp:nvSpPr>
      <dsp:spPr>
        <a:xfrm>
          <a:off x="3764533" y="2099795"/>
          <a:ext cx="2529333" cy="15176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Embeddings + Vector Store</a:t>
          </a:r>
          <a:r>
            <a:rPr lang="en-US" sz="2000" b="0" i="0" kern="1200" baseline="0"/>
            <a:t> – Creates searchable memory</a:t>
          </a:r>
          <a:endParaRPr lang="en-US" sz="2000" kern="1200"/>
        </a:p>
      </dsp:txBody>
      <dsp:txXfrm>
        <a:off x="3764533" y="2099795"/>
        <a:ext cx="2529333" cy="1517600"/>
      </dsp:txXfrm>
    </dsp:sp>
    <dsp:sp modelId="{A4C3B66B-E737-4C19-A3BE-D8180EA0D640}">
      <dsp:nvSpPr>
        <dsp:cNvPr id="0" name=""/>
        <dsp:cNvSpPr/>
      </dsp:nvSpPr>
      <dsp:spPr>
        <a:xfrm>
          <a:off x="6875613" y="2099795"/>
          <a:ext cx="2529333" cy="1517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39" tIns="130096" rIns="123939" bIns="130096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RetrievalQA Chain</a:t>
          </a:r>
          <a:r>
            <a:rPr lang="en-US" sz="2000" b="0" i="0" kern="1200" baseline="0"/>
            <a:t> – Fetches context + answers questions</a:t>
          </a:r>
          <a:endParaRPr lang="en-US" sz="2000" kern="1200"/>
        </a:p>
      </dsp:txBody>
      <dsp:txXfrm>
        <a:off x="6875613" y="2099795"/>
        <a:ext cx="2529333" cy="1517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6907E-6440-410C-B26D-84C455E45201}">
      <dsp:nvSpPr>
        <dsp:cNvPr id="0" name=""/>
        <dsp:cNvSpPr/>
      </dsp:nvSpPr>
      <dsp:spPr>
        <a:xfrm>
          <a:off x="0" y="2319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9FD8D-1506-484A-811E-041BC7BF9428}">
      <dsp:nvSpPr>
        <dsp:cNvPr id="0" name=""/>
        <dsp:cNvSpPr/>
      </dsp:nvSpPr>
      <dsp:spPr>
        <a:xfrm>
          <a:off x="355571" y="266794"/>
          <a:ext cx="646494" cy="646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CD069-478C-4C12-868E-AEE9638DB5A9}">
      <dsp:nvSpPr>
        <dsp:cNvPr id="0" name=""/>
        <dsp:cNvSpPr/>
      </dsp:nvSpPr>
      <dsp:spPr>
        <a:xfrm>
          <a:off x="1357638" y="2319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Framework used by </a:t>
          </a:r>
          <a:r>
            <a:rPr lang="en-US" sz="2200" b="1" i="0" kern="1200" baseline="0"/>
            <a:t>90% of production LLM apps</a:t>
          </a:r>
          <a:endParaRPr lang="en-US" sz="2200" kern="1200"/>
        </a:p>
      </dsp:txBody>
      <dsp:txXfrm>
        <a:off x="1357638" y="2319"/>
        <a:ext cx="5214611" cy="1175444"/>
      </dsp:txXfrm>
    </dsp:sp>
    <dsp:sp modelId="{3A54CCC6-F1BB-4036-9637-7B45D5A1A44F}">
      <dsp:nvSpPr>
        <dsp:cNvPr id="0" name=""/>
        <dsp:cNvSpPr/>
      </dsp:nvSpPr>
      <dsp:spPr>
        <a:xfrm>
          <a:off x="0" y="1471624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1DA81-721A-4EF1-B14F-1F190213EA4A}">
      <dsp:nvSpPr>
        <dsp:cNvPr id="0" name=""/>
        <dsp:cNvSpPr/>
      </dsp:nvSpPr>
      <dsp:spPr>
        <a:xfrm>
          <a:off x="355571" y="1736099"/>
          <a:ext cx="646494" cy="646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54378-486B-46D6-9446-2BACC493DA24}">
      <dsp:nvSpPr>
        <dsp:cNvPr id="0" name=""/>
        <dsp:cNvSpPr/>
      </dsp:nvSpPr>
      <dsp:spPr>
        <a:xfrm>
          <a:off x="1357638" y="1471624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Integrates with </a:t>
          </a:r>
          <a:r>
            <a:rPr lang="en-US" sz="2200" b="1" i="0" kern="1200" baseline="0"/>
            <a:t>OpenAI, Anthropic, Ollama, Hugging Face</a:t>
          </a:r>
          <a:endParaRPr lang="en-US" sz="2200" kern="1200"/>
        </a:p>
      </dsp:txBody>
      <dsp:txXfrm>
        <a:off x="1357638" y="1471624"/>
        <a:ext cx="5214611" cy="1175444"/>
      </dsp:txXfrm>
    </dsp:sp>
    <dsp:sp modelId="{EFC6AB50-580A-47D9-BADD-56729A3C768A}">
      <dsp:nvSpPr>
        <dsp:cNvPr id="0" name=""/>
        <dsp:cNvSpPr/>
      </dsp:nvSpPr>
      <dsp:spPr>
        <a:xfrm>
          <a:off x="0" y="2940930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DDBD12-66CE-4C51-AC7B-3777E4ADD03B}">
      <dsp:nvSpPr>
        <dsp:cNvPr id="0" name=""/>
        <dsp:cNvSpPr/>
      </dsp:nvSpPr>
      <dsp:spPr>
        <a:xfrm>
          <a:off x="355571" y="3205405"/>
          <a:ext cx="646494" cy="646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7D97C4-C156-4E49-B037-F92E9553B671}">
      <dsp:nvSpPr>
        <dsp:cNvPr id="0" name=""/>
        <dsp:cNvSpPr/>
      </dsp:nvSpPr>
      <dsp:spPr>
        <a:xfrm>
          <a:off x="1357638" y="2940930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Powers </a:t>
          </a:r>
          <a:r>
            <a:rPr lang="en-US" sz="2200" b="1" i="0" kern="1200" baseline="0"/>
            <a:t>RAG, Agent, and Automation</a:t>
          </a:r>
          <a:r>
            <a:rPr lang="en-US" sz="2200" b="0" i="0" kern="1200" baseline="0"/>
            <a:t> systems</a:t>
          </a:r>
          <a:endParaRPr lang="en-US" sz="2200" kern="1200"/>
        </a:p>
      </dsp:txBody>
      <dsp:txXfrm>
        <a:off x="1357638" y="2940930"/>
        <a:ext cx="5214611" cy="1175444"/>
      </dsp:txXfrm>
    </dsp:sp>
    <dsp:sp modelId="{A13BFEC6-27C9-4DB1-A219-2C5652FD2F84}">
      <dsp:nvSpPr>
        <dsp:cNvPr id="0" name=""/>
        <dsp:cNvSpPr/>
      </dsp:nvSpPr>
      <dsp:spPr>
        <a:xfrm>
          <a:off x="0" y="4410236"/>
          <a:ext cx="6572250" cy="11754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A4FA9-B7C3-4ECD-BE81-5CB1A3A655F2}">
      <dsp:nvSpPr>
        <dsp:cNvPr id="0" name=""/>
        <dsp:cNvSpPr/>
      </dsp:nvSpPr>
      <dsp:spPr>
        <a:xfrm>
          <a:off x="355571" y="4674711"/>
          <a:ext cx="646494" cy="646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D17E2-A872-450A-A9A5-DFAA8C70C582}">
      <dsp:nvSpPr>
        <dsp:cNvPr id="0" name=""/>
        <dsp:cNvSpPr/>
      </dsp:nvSpPr>
      <dsp:spPr>
        <a:xfrm>
          <a:off x="1357638" y="4410236"/>
          <a:ext cx="5214611" cy="1175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01" tIns="124401" rIns="124401" bIns="12440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Essential skill for AI roles in 2025+</a:t>
          </a:r>
          <a:endParaRPr lang="en-US" sz="2200" kern="1200"/>
        </a:p>
      </dsp:txBody>
      <dsp:txXfrm>
        <a:off x="1357638" y="4410236"/>
        <a:ext cx="5214611" cy="1175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572EA-1F60-40FF-801E-2CB32E8D87E3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A87C7-4121-4006-948B-2B09664C1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5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50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71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19EC-0B3F-DE89-E662-86F589E3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7D17D-9918-0B65-4952-BEDF5178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3684E-7E72-EBE7-2407-B5DAD5FB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85D6E-2B65-6DE6-5281-6ABE2611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2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CCE4-C451-5628-9C92-FB9FB3A2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11227-3C66-4AAF-56EF-205E847E2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35F89-CC6A-BD16-C511-A1AB35954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CAF48-4102-C4C7-7183-BCDEDCDC8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70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738F-C4A7-F5C7-5A20-617EC26C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0D42B-32AB-45FE-4AD2-5A337013B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CA917-5C61-13AC-6DAE-67911202E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31C9-BA86-36D1-03CF-B50144FFB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61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291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49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722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27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18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889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896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098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8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3" name="Picture 12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1B49EE8B-CC84-AC8A-1E15-ECA5B9B6CF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6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131253DC-8158-B4AB-DE82-8EADD71005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8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8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1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2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F1D9E327-5DC9-45CB-6282-24CE46E852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7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CCBB7DCB-5505-A758-EC24-027228D07B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4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1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1F0D5AA-5A88-4CAE-BA19-31DB63ADD3F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4B07BEC1-6A24-9ACB-0AB7-01DF7101EFC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microsoft.com/office/2007/relationships/hdphoto" Target="../media/hdphoto2.wdp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3.xml"/><Relationship Id="rId5" Type="http://schemas.openxmlformats.org/officeDocument/2006/relationships/image" Target="../media/image2.png"/><Relationship Id="rId10" Type="http://schemas.microsoft.com/office/2007/relationships/diagramDrawing" Target="../diagrams/drawing3.xml"/><Relationship Id="rId4" Type="http://schemas.microsoft.com/office/2007/relationships/hdphoto" Target="../media/hdphoto2.wdp"/><Relationship Id="rId9" Type="http://schemas.openxmlformats.org/officeDocument/2006/relationships/diagramColors" Target="../diagrams/colors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withsarvesh.com/courses/12-week-langchain-mastery-bootcamp-by-sarvesh-68f1f84e020aad362349920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F5BF-4BE1-A655-E0F3-D56F0EE26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909" y="1500995"/>
            <a:ext cx="10259683" cy="2967035"/>
          </a:xfrm>
        </p:spPr>
        <p:txBody>
          <a:bodyPr>
            <a:normAutofit/>
          </a:bodyPr>
          <a:lstStyle/>
          <a:p>
            <a:r>
              <a:rPr lang="en-US" sz="6600" dirty="0"/>
              <a:t>Build Your First AI App with </a:t>
            </a:r>
            <a:r>
              <a:rPr lang="en-US" sz="6600" dirty="0" err="1"/>
              <a:t>LangChain</a:t>
            </a:r>
            <a:r>
              <a:rPr lang="en-US" sz="6600" dirty="0"/>
              <a:t> - Live Project Walkthrough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8CDC8-3B19-38D0-6857-E9EC2213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751" y="4468030"/>
            <a:ext cx="7891272" cy="1069848"/>
          </a:xfrm>
        </p:spPr>
        <p:txBody>
          <a:bodyPr/>
          <a:lstStyle/>
          <a:p>
            <a:r>
              <a:rPr lang="en-US" dirty="0"/>
              <a:t>Live Webinar   -   Learn with Sarvesh</a:t>
            </a:r>
            <a:endParaRPr lang="en-IN" dirty="0"/>
          </a:p>
        </p:txBody>
      </p:sp>
      <p:pic>
        <p:nvPicPr>
          <p:cNvPr id="5" name="Picture 4" descr="A person with a mustache smiling&#10;&#10;AI-generated content may be incorrect.">
            <a:extLst>
              <a:ext uri="{FF2B5EF4-FFF2-40B4-BE49-F238E27FC236}">
                <a16:creationId xmlns:a16="http://schemas.microsoft.com/office/drawing/2014/main" id="{23771C31-6CBD-C37D-026F-F61EDF218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453" y="4345214"/>
            <a:ext cx="3765139" cy="2516342"/>
          </a:xfrm>
          <a:prstGeom prst="rect">
            <a:avLst/>
          </a:prstGeom>
        </p:spPr>
      </p:pic>
      <p:pic>
        <p:nvPicPr>
          <p:cNvPr id="7" name="Picture 6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29852C90-1732-48F3-A36A-67C1B37A7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661" y="4782866"/>
            <a:ext cx="1389335" cy="815076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1BFC9B61-4460-B5FC-51C5-09A21F66B256}"/>
              </a:ext>
            </a:extLst>
          </p:cNvPr>
          <p:cNvSpPr txBox="1">
            <a:spLocks/>
          </p:cNvSpPr>
          <p:nvPr/>
        </p:nvSpPr>
        <p:spPr>
          <a:xfrm>
            <a:off x="927751" y="4957027"/>
            <a:ext cx="1791419" cy="466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2nd Nov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05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45274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0B63E-82D3-63B3-03A3-2F75E636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IN" sz="4800" b="1"/>
              <a:t>My profile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39F1-BA50-DFC0-A64A-4EE2867B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IN" sz="1800" b="1" dirty="0"/>
              <a:t>Sarveshwaran Rajagopal</a:t>
            </a:r>
            <a:br>
              <a:rPr lang="en-IN" sz="1800" dirty="0"/>
            </a:br>
            <a:r>
              <a:rPr lang="en-IN" sz="1800" dirty="0"/>
              <a:t>Data Scientist &amp; Trainer (AI Agents, RAG) | Founder – </a:t>
            </a:r>
            <a:r>
              <a:rPr lang="en-IN" sz="1800" i="1" dirty="0"/>
              <a:t>Learn with Sarvesh</a:t>
            </a:r>
            <a:br>
              <a:rPr lang="en-IN" sz="1800" dirty="0"/>
            </a:br>
            <a:r>
              <a:rPr lang="en-IN" sz="1800" dirty="0"/>
              <a:t>Empowered 7000+ professionals &amp; students in Data Science &amp; AI</a:t>
            </a:r>
          </a:p>
        </p:txBody>
      </p:sp>
      <p:pic>
        <p:nvPicPr>
          <p:cNvPr id="4" name="Content Placeholder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76A1023C-91BA-B09D-5486-9F7F99C4B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60" y="1464048"/>
            <a:ext cx="3369177" cy="363253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61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9A12-77ED-4310-B9C6-B6D9009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4755-4156-7113-ED4C-48B7989E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You’ll Learn Today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31F0391-0E88-F7B3-AC73-180E8C4CB0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0327500"/>
              </p:ext>
            </p:extLst>
          </p:nvPr>
        </p:nvGraphicFramePr>
        <p:xfrm>
          <a:off x="795371" y="189486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296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D827-A15F-A153-EFE6-BA88A036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0C784-F526-F863-6793-05A52F3C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the App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5A8D7-E514-2D12-AAC8-9CCE4D5CA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63267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📄 PDF → 🧹 Splitter → 🧠 Embeddings → 🗂️ Vector DB → 🤖 LLM → 💬 Answer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2D6EA-4549-9F56-FA3C-E6AF1D1A3C67}"/>
              </a:ext>
            </a:extLst>
          </p:cNvPr>
          <p:cNvSpPr txBox="1"/>
          <p:nvPr/>
        </p:nvSpPr>
        <p:spPr>
          <a:xfrm>
            <a:off x="1069847" y="2781518"/>
            <a:ext cx="10115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LangChain</a:t>
            </a:r>
            <a:r>
              <a:rPr lang="en-US" sz="2000" dirty="0"/>
              <a:t> is the bridge between your data and the model.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7409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3C06F-660D-C91A-5CB9-A00834796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CEAA-FD6C-FAA8-23A4-35E2F737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 err="1"/>
              <a:t>LangChain</a:t>
            </a:r>
            <a:r>
              <a:rPr lang="en-IN" dirty="0"/>
              <a:t> Building Blocks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Rectangle 1">
            <a:extLst>
              <a:ext uri="{FF2B5EF4-FFF2-40B4-BE49-F238E27FC236}">
                <a16:creationId xmlns:a16="http://schemas.microsoft.com/office/drawing/2014/main" id="{F2EEF50E-BF37-8E3C-3DC8-7F4F9B64DF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022167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3082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FC1E-5661-47D7-4BB6-F9EE4605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0DA8F5-86D2-D09D-F8FE-9D236F3B1E6C}"/>
              </a:ext>
            </a:extLst>
          </p:cNvPr>
          <p:cNvSpPr txBox="1"/>
          <p:nvPr/>
        </p:nvSpPr>
        <p:spPr>
          <a:xfrm>
            <a:off x="1273629" y="2093976"/>
            <a:ext cx="7396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!pip install </a:t>
            </a:r>
            <a:r>
              <a:rPr lang="en-IN" dirty="0" err="1"/>
              <a:t>langchain</a:t>
            </a:r>
            <a:r>
              <a:rPr lang="en-IN" dirty="0"/>
              <a:t> </a:t>
            </a:r>
            <a:r>
              <a:rPr lang="en-IN" dirty="0" err="1"/>
              <a:t>openai</a:t>
            </a:r>
            <a:r>
              <a:rPr lang="en-IN" dirty="0"/>
              <a:t> </a:t>
            </a:r>
            <a:r>
              <a:rPr lang="en-IN" dirty="0" err="1"/>
              <a:t>faiss-cpu</a:t>
            </a:r>
            <a:r>
              <a:rPr lang="en-IN" dirty="0"/>
              <a:t> </a:t>
            </a:r>
            <a:r>
              <a:rPr lang="en-IN" dirty="0" err="1"/>
              <a:t>pypdf</a:t>
            </a:r>
            <a:r>
              <a:rPr lang="en-IN" dirty="0"/>
              <a:t> python-</a:t>
            </a:r>
            <a:r>
              <a:rPr lang="en-IN" dirty="0" err="1"/>
              <a:t>dotenv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DABDF-A018-C327-C110-E4AEF43AD527}"/>
              </a:ext>
            </a:extLst>
          </p:cNvPr>
          <p:cNvSpPr txBox="1"/>
          <p:nvPr/>
        </p:nvSpPr>
        <p:spPr>
          <a:xfrm>
            <a:off x="1328058" y="295075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Checklist: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Python 3.10+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OpenAI API key in </a:t>
            </a:r>
            <a:r>
              <a:rPr lang="en-US" dirty="0">
                <a:latin typeface="Courier New" panose="02070309020205020404" pitchFamily="49" charset="0"/>
              </a:rPr>
              <a:t>.env</a:t>
            </a:r>
            <a:r>
              <a:rPr lang="en-US" dirty="0"/>
              <a:t>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 pdf</a:t>
            </a:r>
            <a:r>
              <a:rPr lang="en-US" dirty="0"/>
              <a:t> file in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179493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A5D19-335C-A412-BF60-FF8CE807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4AE67-334A-4178-3F40-41370665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6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Step 1: Load the Document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6" name="Picture 5" descr="A computer screen with a black rectangle with white text&#10;&#10;AI-generated content may be incorrect.">
            <a:extLst>
              <a:ext uri="{FF2B5EF4-FFF2-40B4-BE49-F238E27FC236}">
                <a16:creationId xmlns:a16="http://schemas.microsoft.com/office/drawing/2014/main" id="{B6D81620-E4DA-9115-C04B-1BC3ACDB6B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" t="17298" r="39107" b="54683"/>
          <a:stretch>
            <a:fillRect/>
          </a:stretch>
        </p:blipFill>
        <p:spPr>
          <a:xfrm>
            <a:off x="712004" y="2362976"/>
            <a:ext cx="6631744" cy="178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8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5E208-5F32-D17E-9F1E-AC6E01C6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3A02BB-C477-B12E-E1C9-66A043728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DB64CF-20B3-AE12-B672-2493D2F35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7B0296-B666-539A-728A-991201B47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B8A5EF-BF0D-EDE3-50A3-5D0E90D89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344FF5E-D392-E49D-EBC2-27AC16492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4E4B9C0-1808-6A03-5F3D-CA1BD1A22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76C9B51-8609-DD13-3E48-C845F48C8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C0D205-8A2C-5888-DD19-0AAD940D7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84D082-3F28-1D2E-4E3E-A2F734A9E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C425F-34A5-A18A-575B-71CAFA10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470" y="1461114"/>
            <a:ext cx="3463941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IN" sz="6000" dirty="0"/>
              <a:t>Step 2: Create Embeddings</a:t>
            </a:r>
            <a:endParaRPr lang="en-US" sz="5600" dirty="0">
              <a:blipFill dpi="0" rotWithShape="1">
                <a:blip r:embed="rId5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3D03CC-B1E7-0CA2-5B55-31A3233A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C2459A-A5D2-C1DB-3A74-CD0FCA535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C5A6A6D-5DE9-51CB-F4EA-08D25814B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28E75B8-2ED4-F17C-1C3D-32CC14CA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3" descr="A computer screen shot of a black rectangle with white text&#10;&#10;AI-generated content may be incorrect.">
            <a:extLst>
              <a:ext uri="{FF2B5EF4-FFF2-40B4-BE49-F238E27FC236}">
                <a16:creationId xmlns:a16="http://schemas.microsoft.com/office/drawing/2014/main" id="{F4D79208-EB80-7FEF-77C0-DE98256F00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" t="17298" r="39061" b="54689"/>
          <a:stretch>
            <a:fillRect/>
          </a:stretch>
        </p:blipFill>
        <p:spPr>
          <a:xfrm>
            <a:off x="635127" y="2230606"/>
            <a:ext cx="6333232" cy="169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3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FFE25-7204-2B33-291C-042EB457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1040591-8498-980D-9F11-950639CC2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593FB0-1896-619A-931B-A0A44646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E95831-3A92-EA61-BC9F-2C3669655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676879-5FCE-89A5-E659-B65F939D3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960E401-775A-C4FA-5D59-F739A4D03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D989E4-2A74-81EA-55F5-AEFFAEF8A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228E9F9-0ADE-9EC6-8183-9573E0599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FD8568-B487-EBF1-E163-A0D817567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634192-19EF-3684-5660-B4AAD0D5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55CAF-CE06-3185-974F-D2224202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470" y="1461114"/>
            <a:ext cx="3463941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 dirty="0"/>
              <a:t>Step 3: Connect the Chain</a:t>
            </a:r>
            <a:endParaRPr lang="en-US" sz="5600" dirty="0">
              <a:blipFill dpi="0" rotWithShape="1">
                <a:blip r:embed="rId5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A4C2A4-040A-56E8-7AD7-1DB716B55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956626-59E0-23EF-2ED0-F9F18C654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65C03F2-3C39-3BEF-7F4A-EA3A5EC2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1C67218-D127-2E06-D1CE-6A5415CFF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Picture 4" descr="A computer screen shot of a black rectangle with white text&#10;&#10;AI-generated content may be incorrect.">
            <a:extLst>
              <a:ext uri="{FF2B5EF4-FFF2-40B4-BE49-F238E27FC236}">
                <a16:creationId xmlns:a16="http://schemas.microsoft.com/office/drawing/2014/main" id="{14B8AE7B-FFD3-0F23-3D3C-E0062E3D90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" t="17508" r="36207" b="37866"/>
          <a:stretch>
            <a:fillRect/>
          </a:stretch>
        </p:blipFill>
        <p:spPr>
          <a:xfrm>
            <a:off x="246206" y="1765775"/>
            <a:ext cx="7511249" cy="306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5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8E04F-9172-213A-7A9A-A7A40C51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C462513-F443-0BD5-22D8-1E4A85C8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713A4E-FC7D-7138-EEB6-6C1196175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C4C0A4-5FAF-BF17-AD89-6C944D1B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99E399-188D-CE3A-73B2-0406C420C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73F4422-C731-B88E-F0A9-6E4217027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1AED96-DCC4-8F9F-306D-679278C30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B308891-AFB4-CC39-5A18-D4548ED8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04ED3B-ED53-93BD-629C-DDC9F89F3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9B8B3D-CCC4-9687-ECD3-6EFE9C251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2FFD6-9594-5BA9-1851-EBEDCB11E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470" y="1461114"/>
            <a:ext cx="3463941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IN" sz="6000" dirty="0"/>
              <a:t>Step 4: Ask Questions</a:t>
            </a:r>
            <a:endParaRPr lang="en-US" sz="5600" dirty="0">
              <a:blipFill dpi="0" rotWithShape="1">
                <a:blip r:embed="rId5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9D981E-FDFE-B15F-A7FB-2C45DF2A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88E769-B01B-90AC-4D95-1870A443D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08B2C95-C24B-389D-C097-8E4965791A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40DA096-FB7C-A8BE-7243-918730802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4F6BE4B-FE04-14BB-BED4-8EA495502E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17309" r="46772" b="56406"/>
          <a:stretch>
            <a:fillRect/>
          </a:stretch>
        </p:blipFill>
        <p:spPr>
          <a:xfrm>
            <a:off x="600500" y="2088538"/>
            <a:ext cx="6202907" cy="180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3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26F3A-2C0C-9E08-AAC5-E08EE3FC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Why Every AI Developer Should Learn LangChain</a:t>
            </a:r>
            <a:endParaRPr lang="en-IN" sz="4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8793E29-C82A-4434-10E1-510BDEF05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4214293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41987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E3E80-758B-3821-DF0E-49591735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2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What You’ll Build in the LangChain Mastery Cohort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744D7E8-6E87-A4F0-B417-EADD5512516C}"/>
              </a:ext>
            </a:extLst>
          </p:cNvPr>
          <p:cNvSpPr txBox="1"/>
          <p:nvPr/>
        </p:nvSpPr>
        <p:spPr>
          <a:xfrm>
            <a:off x="802236" y="6021146"/>
            <a:ext cx="8898730" cy="4037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dirty="0">
                <a:solidFill>
                  <a:srgbClr val="000000"/>
                </a:solidFill>
              </a:rPr>
              <a:t>🎯 Every project teaches a real </a:t>
            </a:r>
            <a:r>
              <a:rPr lang="en-US" sz="1600" dirty="0" err="1">
                <a:solidFill>
                  <a:srgbClr val="000000"/>
                </a:solidFill>
              </a:rPr>
              <a:t>LangChain</a:t>
            </a:r>
            <a:r>
              <a:rPr lang="en-US" sz="1600" dirty="0">
                <a:solidFill>
                  <a:srgbClr val="000000"/>
                </a:solidFill>
              </a:rPr>
              <a:t> concept - Chains, Agents, Memory, RAG, Tools, and APIs.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D37B84-0D82-21F5-2BE7-35A35E678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872003"/>
              </p:ext>
            </p:extLst>
          </p:nvPr>
        </p:nvGraphicFramePr>
        <p:xfrm>
          <a:off x="920834" y="1589147"/>
          <a:ext cx="6631745" cy="3856562"/>
        </p:xfrm>
        <a:graphic>
          <a:graphicData uri="http://schemas.openxmlformats.org/drawingml/2006/table">
            <a:tbl>
              <a:tblPr/>
              <a:tblGrid>
                <a:gridCol w="3063741">
                  <a:extLst>
                    <a:ext uri="{9D8B030D-6E8A-4147-A177-3AD203B41FA5}">
                      <a16:colId xmlns:a16="http://schemas.microsoft.com/office/drawing/2014/main" val="4276570547"/>
                    </a:ext>
                  </a:extLst>
                </a:gridCol>
                <a:gridCol w="3568004">
                  <a:extLst>
                    <a:ext uri="{9D8B030D-6E8A-4147-A177-3AD203B41FA5}">
                      <a16:colId xmlns:a16="http://schemas.microsoft.com/office/drawing/2014/main" val="54676312"/>
                    </a:ext>
                  </a:extLst>
                </a:gridCol>
              </a:tblGrid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App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What It Does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663171"/>
                  </a:ext>
                </a:extLst>
              </a:tr>
              <a:tr h="72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AI Resume Analyzer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Parse &amp; grade resumes using embeddings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738554"/>
                  </a:ext>
                </a:extLst>
              </a:tr>
              <a:tr h="726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PDF Summarizer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Local RAG-based Q&amp;A over PDFs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55367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AI Email Assistant</a:t>
                      </a:r>
                      <a:endParaRPr lang="en-IN" sz="1900" dirty="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Draft emails contextually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92571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YouTube Summarizer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Use </a:t>
                      </a:r>
                      <a:r>
                        <a:rPr lang="en-IN" sz="1900">
                          <a:latin typeface="Courier New" panose="02070309020205020404" pitchFamily="49" charset="0"/>
                        </a:rPr>
                        <a:t>yt_dlp</a:t>
                      </a:r>
                      <a:r>
                        <a:rPr lang="en-IN" sz="1900"/>
                        <a:t> + LangChain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0765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Customer Support Bot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FAISS + ChatOpenAI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94581"/>
                  </a:ext>
                </a:extLst>
              </a:tr>
              <a:tr h="4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Travel Itinerary Planner</a:t>
                      </a:r>
                      <a:endParaRPr lang="en-IN" sz="1900"/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Multi-tool API Agent</a:t>
                      </a:r>
                    </a:p>
                  </a:txBody>
                  <a:tcPr marL="98127" marR="98127" marT="49063" marB="490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46375"/>
                  </a:ext>
                </a:extLst>
              </a:tr>
            </a:tbl>
          </a:graphicData>
        </a:graphic>
      </p:graphicFrame>
      <p:pic>
        <p:nvPicPr>
          <p:cNvPr id="3" name="Picture 2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721F5066-9F4D-E319-CB7A-AB1A3E4A9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70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48E3-7F5C-89D5-4510-DD685E6A6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Your 12-Week Journey to AI Builder Mastery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77A156-E90B-9A93-1DB4-EF478F5D5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973664"/>
              </p:ext>
            </p:extLst>
          </p:nvPr>
        </p:nvGraphicFramePr>
        <p:xfrm>
          <a:off x="1094654" y="2254762"/>
          <a:ext cx="10002692" cy="36178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5515">
                  <a:extLst>
                    <a:ext uri="{9D8B030D-6E8A-4147-A177-3AD203B41FA5}">
                      <a16:colId xmlns:a16="http://schemas.microsoft.com/office/drawing/2014/main" val="4064436245"/>
                    </a:ext>
                  </a:extLst>
                </a:gridCol>
                <a:gridCol w="7537177">
                  <a:extLst>
                    <a:ext uri="{9D8B030D-6E8A-4147-A177-3AD203B41FA5}">
                      <a16:colId xmlns:a16="http://schemas.microsoft.com/office/drawing/2014/main" val="2029529568"/>
                    </a:ext>
                  </a:extLst>
                </a:gridCol>
              </a:tblGrid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Weeks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Focus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66200721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1–2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 err="1"/>
                        <a:t>LangChain</a:t>
                      </a:r>
                      <a:r>
                        <a:rPr lang="en-IN" sz="2700" dirty="0"/>
                        <a:t> Foundations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084148865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3–5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RAG &amp; Tools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272241583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6–8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Agents + Integrations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205764816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9–10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Deployments &amp; APIs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166822851"/>
                  </a:ext>
                </a:extLst>
              </a:tr>
              <a:tr h="60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/>
                        <a:t>11–12</a:t>
                      </a:r>
                    </a:p>
                  </a:txBody>
                  <a:tcPr marL="137040" marR="137040" marT="68520" marB="685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/>
                        <a:t>Capstone: End-to-End AI Assistant</a:t>
                      </a:r>
                    </a:p>
                  </a:txBody>
                  <a:tcPr marL="137040" marR="137040" marT="68520" marB="68520" anchor="ctr"/>
                </a:tc>
                <a:extLst>
                  <a:ext uri="{0D108BD9-81ED-4DB2-BD59-A6C34878D82A}">
                    <a16:rowId xmlns:a16="http://schemas.microsoft.com/office/drawing/2014/main" val="6001696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7761DE-34B2-F9E7-F930-D8CCB1344DAA}"/>
              </a:ext>
            </a:extLst>
          </p:cNvPr>
          <p:cNvSpPr txBox="1"/>
          <p:nvPr/>
        </p:nvSpPr>
        <p:spPr>
          <a:xfrm>
            <a:off x="1138125" y="6121178"/>
            <a:ext cx="9323045" cy="36933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By the end, you’ll have 10+ working AI projects &amp; a GitHub portfolio that </a:t>
            </a:r>
            <a:r>
              <a:rPr lang="en-US" i="1" dirty="0"/>
              <a:t>gets noticed.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1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0F12-85ED-3A1B-9380-92BE59E7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Join the 12-Week </a:t>
            </a:r>
            <a:r>
              <a:rPr lang="en-US" sz="4000" b="1" dirty="0" err="1"/>
              <a:t>LangChain</a:t>
            </a:r>
            <a:r>
              <a:rPr lang="en-US" sz="4000" b="1" dirty="0"/>
              <a:t> Mastery Cohort — Launching Nov 23! 🚀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3A67-7B2C-5B7B-9FCE-C9BFF503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865" y="2326874"/>
            <a:ext cx="6312191" cy="1307592"/>
          </a:xfr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900" b="1" dirty="0"/>
              <a:t>💰 Course Fee:</a:t>
            </a:r>
            <a:r>
              <a:rPr lang="en-US" sz="3900" dirty="0"/>
              <a:t> </a:t>
            </a:r>
            <a:r>
              <a:rPr lang="en-US" sz="3900" strike="sngStrike" dirty="0"/>
              <a:t>₹9999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800" b="1" dirty="0"/>
              <a:t>🌟 Webinar Offer:</a:t>
            </a:r>
            <a:r>
              <a:rPr lang="en-US" sz="2800" dirty="0"/>
              <a:t> </a:t>
            </a:r>
            <a:r>
              <a:rPr lang="en-US" sz="4600" b="1" dirty="0"/>
              <a:t>40% OFF - ₹5999</a:t>
            </a:r>
            <a:br>
              <a:rPr lang="en-US" sz="4600" dirty="0"/>
            </a:br>
            <a:r>
              <a:rPr lang="en-US" sz="2800" i="1" dirty="0"/>
              <a:t>(Use Promo Code: </a:t>
            </a:r>
            <a:r>
              <a:rPr lang="en-US" sz="2800" b="1" i="1" dirty="0"/>
              <a:t>WEB40 </a:t>
            </a:r>
            <a:r>
              <a:rPr lang="en-US" sz="2800" i="1" dirty="0"/>
              <a:t>– active till 4</a:t>
            </a:r>
            <a:r>
              <a:rPr lang="en-US" sz="2800" i="1" baseline="30000" dirty="0"/>
              <a:t>th </a:t>
            </a:r>
            <a:r>
              <a:rPr lang="en-US" sz="2800" i="1" dirty="0"/>
              <a:t>Nov</a:t>
            </a:r>
            <a:r>
              <a:rPr lang="en-US" i="1" dirty="0"/>
              <a:t> 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8460B-4FA3-394B-AD33-A35911E7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7" r="3859" b="4921"/>
          <a:stretch>
            <a:fillRect/>
          </a:stretch>
        </p:blipFill>
        <p:spPr>
          <a:xfrm>
            <a:off x="8049985" y="1807028"/>
            <a:ext cx="3243943" cy="4897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C76C99-44CE-A88B-B18E-AC17C270797B}"/>
              </a:ext>
            </a:extLst>
          </p:cNvPr>
          <p:cNvSpPr txBox="1"/>
          <p:nvPr/>
        </p:nvSpPr>
        <p:spPr>
          <a:xfrm>
            <a:off x="1111866" y="4008879"/>
            <a:ext cx="6053982" cy="92333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🚀 Cohort Starts:</a:t>
            </a:r>
            <a:r>
              <a:rPr lang="en-US" dirty="0"/>
              <a:t> </a:t>
            </a:r>
            <a:r>
              <a:rPr lang="en-US" b="1" dirty="0"/>
              <a:t>23nd November 2025</a:t>
            </a:r>
            <a:br>
              <a:rPr lang="en-US" dirty="0"/>
            </a:br>
            <a:r>
              <a:rPr lang="en-US" b="1" dirty="0"/>
              <a:t>📍 Duration:</a:t>
            </a:r>
            <a:r>
              <a:rPr lang="en-US" dirty="0"/>
              <a:t> 12 Weeks | Weekend Live Sessions</a:t>
            </a:r>
            <a:br>
              <a:rPr lang="en-US" dirty="0"/>
            </a:br>
            <a:r>
              <a:rPr lang="en-US" b="1" dirty="0"/>
              <a:t>🎥 Mode:</a:t>
            </a:r>
            <a:r>
              <a:rPr lang="en-US" dirty="0"/>
              <a:t> Online (Recordings Available)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EE116-AED8-3A84-B04E-652860F35CF3}"/>
              </a:ext>
            </a:extLst>
          </p:cNvPr>
          <p:cNvSpPr txBox="1"/>
          <p:nvPr/>
        </p:nvSpPr>
        <p:spPr>
          <a:xfrm>
            <a:off x="1111866" y="5335575"/>
            <a:ext cx="6053982" cy="64633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👉 Enroll Now: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12-week-langchain-mastery-bootcamp</a:t>
            </a:r>
            <a:br>
              <a:rPr lang="en-US" dirty="0"/>
            </a:br>
            <a:r>
              <a:rPr lang="en-US" i="1" dirty="0"/>
              <a:t>(Limited Seats — Offer Valid Only for Webinar Attendees!)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6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699F-1D92-1F83-295F-BE4ECC92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2789-139C-8F85-494B-1B681E4DC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BCAB3B15-3AC4-3EBD-C005-074317D0D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60" y="1790618"/>
            <a:ext cx="4291088" cy="462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52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664CB4-B2D2-4732-AB2C-939321E9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168EC-D910-4109-8158-A433124BB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EB50A5-ED88-4DB9-A0A0-1370FEEE6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2751E-85B3-4A91-7C3F-2AD5FE38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56" y="1432223"/>
            <a:ext cx="5965470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2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Ask anything - code, projects, tools, or roadmap!</a:t>
            </a:r>
          </a:p>
        </p:txBody>
      </p:sp>
      <p:pic>
        <p:nvPicPr>
          <p:cNvPr id="6" name="Graphic 5" descr="Footprints">
            <a:extLst>
              <a:ext uri="{FF2B5EF4-FFF2-40B4-BE49-F238E27FC236}">
                <a16:creationId xmlns:a16="http://schemas.microsoft.com/office/drawing/2014/main" id="{B07AACE3-63BB-50D9-4100-8B21779A1E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AA47C27-8894-42A7-8D01-C902DA9B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4BD81D-EAC7-4C48-A5FD-A1156EC84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AF43F4-8892-4C5D-A8ED-C423F5175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028E2F-5F35-49A4-86F5-81814931E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4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4551</TotalTime>
  <Words>516</Words>
  <Application>Microsoft Office PowerPoint</Application>
  <PresentationFormat>Widescreen</PresentationFormat>
  <Paragraphs>89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Rockwell</vt:lpstr>
      <vt:lpstr>Rockwell Condensed</vt:lpstr>
      <vt:lpstr>Rockwell Extra Bold</vt:lpstr>
      <vt:lpstr>Wingdings</vt:lpstr>
      <vt:lpstr>Wood Type</vt:lpstr>
      <vt:lpstr>Build Your First AI App with LangChain - Live Project Walkthrough</vt:lpstr>
      <vt:lpstr>My profile</vt:lpstr>
      <vt:lpstr>What You’ll Learn Today</vt:lpstr>
      <vt:lpstr>Architecture of the App</vt:lpstr>
      <vt:lpstr>LangChain Building Blocks</vt:lpstr>
      <vt:lpstr>Project Setup</vt:lpstr>
      <vt:lpstr>Step 1: Load the Document</vt:lpstr>
      <vt:lpstr>Step 2: Create Embeddings</vt:lpstr>
      <vt:lpstr>Step 3: Connect the Chain</vt:lpstr>
      <vt:lpstr>Step 4: Ask Questions</vt:lpstr>
      <vt:lpstr>Why Every AI Developer Should Learn LangChain</vt:lpstr>
      <vt:lpstr>What You’ll Build in the LangChain Mastery Cohort</vt:lpstr>
      <vt:lpstr>Your 12-Week Journey to AI Builder Mastery</vt:lpstr>
      <vt:lpstr>Join the 12-Week LangChain Mastery Cohort — Launching Nov 23! 🚀</vt:lpstr>
      <vt:lpstr>PowerPoint Presentation</vt:lpstr>
      <vt:lpstr>Ask anything - code, projects, tools, or roadmap!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R, Sarveshwaran</dc:creator>
  <cp:lastModifiedBy>R, Sarveshwaran</cp:lastModifiedBy>
  <cp:revision>35</cp:revision>
  <dcterms:created xsi:type="dcterms:W3CDTF">2025-10-19T10:13:00Z</dcterms:created>
  <dcterms:modified xsi:type="dcterms:W3CDTF">2025-11-02T06:18:51Z</dcterms:modified>
</cp:coreProperties>
</file>