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5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6.xml" ContentType="application/vnd.openxmlformats-officedocument.presentationml.notesSlide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notesSlides/notesSlide7.xml" ContentType="application/vnd.openxmlformats-officedocument.presentationml.notesSlide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notesSlides/notesSlide8.xml" ContentType="application/vnd.openxmlformats-officedocument.presentationml.notesSlide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7"/>
  </p:notesMasterIdLst>
  <p:sldIdLst>
    <p:sldId id="256" r:id="rId2"/>
    <p:sldId id="271" r:id="rId3"/>
    <p:sldId id="274" r:id="rId4"/>
    <p:sldId id="279" r:id="rId5"/>
    <p:sldId id="280" r:id="rId6"/>
    <p:sldId id="284" r:id="rId7"/>
    <p:sldId id="282" r:id="rId8"/>
    <p:sldId id="287" r:id="rId9"/>
    <p:sldId id="288" r:id="rId10"/>
    <p:sldId id="286" r:id="rId11"/>
    <p:sldId id="285" r:id="rId12"/>
    <p:sldId id="283" r:id="rId13"/>
    <p:sldId id="289" r:id="rId14"/>
    <p:sldId id="278" r:id="rId15"/>
    <p:sldId id="270" r:id="rId1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FCF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8EC20E35-A176-4012-BC5E-935CFFF8708E}" styleName="Medium Style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1FECB4D8-DB02-4DC6-A0A2-4F2EBAE1DC90}" styleName="Medium Style 1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3">
              <a:tint val="20000"/>
            </a:schemeClr>
          </a:solidFill>
        </a:fill>
      </a:tcStyle>
    </a:band1H>
    <a:band1V>
      <a:tcStyle>
        <a:tcBdr/>
        <a:fill>
          <a:solidFill>
            <a:schemeClr val="accent3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69492" autoAdjust="0"/>
  </p:normalViewPr>
  <p:slideViewPr>
    <p:cSldViewPr snapToGrid="0">
      <p:cViewPr varScale="1">
        <p:scale>
          <a:sx n="61" d="100"/>
          <a:sy n="61" d="100"/>
        </p:scale>
        <p:origin x="1248" y="36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E91046C9-70D3-4DD9-86CD-AE0034F5C1E2}" type="doc">
      <dgm:prSet loTypeId="urn:microsoft.com/office/officeart/2005/8/layout/vProcess5" loCatId="process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E9BBC2F2-F32D-4FCE-86A0-58330A7DC1FB}">
      <dgm:prSet/>
      <dgm:spPr/>
      <dgm:t>
        <a:bodyPr/>
        <a:lstStyle/>
        <a:p>
          <a:r>
            <a:rPr lang="en-US"/>
            <a:t>A </a:t>
          </a:r>
          <a:r>
            <a:rPr lang="en-US" b="1"/>
            <a:t>Retriever</a:t>
          </a:r>
          <a:r>
            <a:rPr lang="en-US"/>
            <a:t> → finds the right info from your data</a:t>
          </a:r>
        </a:p>
      </dgm:t>
    </dgm:pt>
    <dgm:pt modelId="{3A2CD01A-9233-4E5A-BBF6-3988E53E6465}" type="parTrans" cxnId="{0A6DBAB6-061B-43A1-9214-D5E03CA4E11E}">
      <dgm:prSet/>
      <dgm:spPr/>
      <dgm:t>
        <a:bodyPr/>
        <a:lstStyle/>
        <a:p>
          <a:endParaRPr lang="en-US"/>
        </a:p>
      </dgm:t>
    </dgm:pt>
    <dgm:pt modelId="{EBD16012-D28A-4B11-9FCA-F37134657830}" type="sibTrans" cxnId="{0A6DBAB6-061B-43A1-9214-D5E03CA4E11E}">
      <dgm:prSet/>
      <dgm:spPr/>
      <dgm:t>
        <a:bodyPr/>
        <a:lstStyle/>
        <a:p>
          <a:endParaRPr lang="en-US"/>
        </a:p>
      </dgm:t>
    </dgm:pt>
    <dgm:pt modelId="{7A53F82C-F6F6-449E-8B02-2A070FF37728}">
      <dgm:prSet/>
      <dgm:spPr/>
      <dgm:t>
        <a:bodyPr/>
        <a:lstStyle/>
        <a:p>
          <a:r>
            <a:rPr lang="en-US" dirty="0"/>
            <a:t>A </a:t>
          </a:r>
          <a:r>
            <a:rPr lang="en-US" b="1" dirty="0"/>
            <a:t>Generator (LLM)</a:t>
          </a:r>
          <a:r>
            <a:rPr lang="en-US" dirty="0"/>
            <a:t> → writes a human-like answer</a:t>
          </a:r>
        </a:p>
      </dgm:t>
    </dgm:pt>
    <dgm:pt modelId="{3278DD3F-23CD-4102-96F4-8B5FB5FBB50E}" type="parTrans" cxnId="{B80F0466-FDCD-4BB7-8610-4791324B0648}">
      <dgm:prSet/>
      <dgm:spPr/>
      <dgm:t>
        <a:bodyPr/>
        <a:lstStyle/>
        <a:p>
          <a:endParaRPr lang="en-US"/>
        </a:p>
      </dgm:t>
    </dgm:pt>
    <dgm:pt modelId="{8AE98B2D-6E6D-4FE6-B46D-7BBDBA5D3F1C}" type="sibTrans" cxnId="{B80F0466-FDCD-4BB7-8610-4791324B0648}">
      <dgm:prSet/>
      <dgm:spPr/>
      <dgm:t>
        <a:bodyPr/>
        <a:lstStyle/>
        <a:p>
          <a:endParaRPr lang="en-US"/>
        </a:p>
      </dgm:t>
    </dgm:pt>
    <dgm:pt modelId="{EB317615-823C-4C73-BB02-FE7FB1B2E847}" type="pres">
      <dgm:prSet presAssocID="{E91046C9-70D3-4DD9-86CD-AE0034F5C1E2}" presName="outerComposite" presStyleCnt="0">
        <dgm:presLayoutVars>
          <dgm:chMax val="5"/>
          <dgm:dir/>
          <dgm:resizeHandles val="exact"/>
        </dgm:presLayoutVars>
      </dgm:prSet>
      <dgm:spPr/>
    </dgm:pt>
    <dgm:pt modelId="{BB65ACA7-7023-49DF-99DB-571911637877}" type="pres">
      <dgm:prSet presAssocID="{E91046C9-70D3-4DD9-86CD-AE0034F5C1E2}" presName="dummyMaxCanvas" presStyleCnt="0">
        <dgm:presLayoutVars/>
      </dgm:prSet>
      <dgm:spPr/>
    </dgm:pt>
    <dgm:pt modelId="{8C6912FA-5D49-4A5F-A993-619E7F11CAF7}" type="pres">
      <dgm:prSet presAssocID="{E91046C9-70D3-4DD9-86CD-AE0034F5C1E2}" presName="TwoNodes_1" presStyleLbl="node1" presStyleIdx="0" presStyleCnt="2">
        <dgm:presLayoutVars>
          <dgm:bulletEnabled val="1"/>
        </dgm:presLayoutVars>
      </dgm:prSet>
      <dgm:spPr/>
    </dgm:pt>
    <dgm:pt modelId="{F3121156-BD34-49E6-821C-E7D83295E2F9}" type="pres">
      <dgm:prSet presAssocID="{E91046C9-70D3-4DD9-86CD-AE0034F5C1E2}" presName="TwoNodes_2" presStyleLbl="node1" presStyleIdx="1" presStyleCnt="2">
        <dgm:presLayoutVars>
          <dgm:bulletEnabled val="1"/>
        </dgm:presLayoutVars>
      </dgm:prSet>
      <dgm:spPr/>
    </dgm:pt>
    <dgm:pt modelId="{9427B5E7-E3A8-4F05-B028-90851C89534A}" type="pres">
      <dgm:prSet presAssocID="{E91046C9-70D3-4DD9-86CD-AE0034F5C1E2}" presName="TwoConn_1-2" presStyleLbl="fgAccFollowNode1" presStyleIdx="0" presStyleCnt="1">
        <dgm:presLayoutVars>
          <dgm:bulletEnabled val="1"/>
        </dgm:presLayoutVars>
      </dgm:prSet>
      <dgm:spPr/>
    </dgm:pt>
    <dgm:pt modelId="{9F4279A4-155A-46EE-8ED7-1C0EFDA54BC5}" type="pres">
      <dgm:prSet presAssocID="{E91046C9-70D3-4DD9-86CD-AE0034F5C1E2}" presName="TwoNodes_1_text" presStyleLbl="node1" presStyleIdx="1" presStyleCnt="2">
        <dgm:presLayoutVars>
          <dgm:bulletEnabled val="1"/>
        </dgm:presLayoutVars>
      </dgm:prSet>
      <dgm:spPr/>
    </dgm:pt>
    <dgm:pt modelId="{6506E974-8D51-42A1-B9DA-0642D185DD1A}" type="pres">
      <dgm:prSet presAssocID="{E91046C9-70D3-4DD9-86CD-AE0034F5C1E2}" presName="TwoNodes_2_text" presStyleLbl="node1" presStyleIdx="1" presStyleCnt="2">
        <dgm:presLayoutVars>
          <dgm:bulletEnabled val="1"/>
        </dgm:presLayoutVars>
      </dgm:prSet>
      <dgm:spPr/>
    </dgm:pt>
  </dgm:ptLst>
  <dgm:cxnLst>
    <dgm:cxn modelId="{38DAFD18-F7D8-40BE-B90C-ED6D4C05E8B4}" type="presOf" srcId="{E91046C9-70D3-4DD9-86CD-AE0034F5C1E2}" destId="{EB317615-823C-4C73-BB02-FE7FB1B2E847}" srcOrd="0" destOrd="0" presId="urn:microsoft.com/office/officeart/2005/8/layout/vProcess5"/>
    <dgm:cxn modelId="{EDE3DF2D-3AB7-46C8-B2D5-C1C6829A41A6}" type="presOf" srcId="{E9BBC2F2-F32D-4FCE-86A0-58330A7DC1FB}" destId="{8C6912FA-5D49-4A5F-A993-619E7F11CAF7}" srcOrd="0" destOrd="0" presId="urn:microsoft.com/office/officeart/2005/8/layout/vProcess5"/>
    <dgm:cxn modelId="{B80F0466-FDCD-4BB7-8610-4791324B0648}" srcId="{E91046C9-70D3-4DD9-86CD-AE0034F5C1E2}" destId="{7A53F82C-F6F6-449E-8B02-2A070FF37728}" srcOrd="1" destOrd="0" parTransId="{3278DD3F-23CD-4102-96F4-8B5FB5FBB50E}" sibTransId="{8AE98B2D-6E6D-4FE6-B46D-7BBDBA5D3F1C}"/>
    <dgm:cxn modelId="{F83F7F79-BBA1-4B45-8542-34DF819F6E03}" type="presOf" srcId="{EBD16012-D28A-4B11-9FCA-F37134657830}" destId="{9427B5E7-E3A8-4F05-B028-90851C89534A}" srcOrd="0" destOrd="0" presId="urn:microsoft.com/office/officeart/2005/8/layout/vProcess5"/>
    <dgm:cxn modelId="{E43FA19C-96EF-4B73-9900-E3A2FEA14DD9}" type="presOf" srcId="{E9BBC2F2-F32D-4FCE-86A0-58330A7DC1FB}" destId="{9F4279A4-155A-46EE-8ED7-1C0EFDA54BC5}" srcOrd="1" destOrd="0" presId="urn:microsoft.com/office/officeart/2005/8/layout/vProcess5"/>
    <dgm:cxn modelId="{0A6DBAB6-061B-43A1-9214-D5E03CA4E11E}" srcId="{E91046C9-70D3-4DD9-86CD-AE0034F5C1E2}" destId="{E9BBC2F2-F32D-4FCE-86A0-58330A7DC1FB}" srcOrd="0" destOrd="0" parTransId="{3A2CD01A-9233-4E5A-BBF6-3988E53E6465}" sibTransId="{EBD16012-D28A-4B11-9FCA-F37134657830}"/>
    <dgm:cxn modelId="{37BAB4CC-2091-46CE-A391-A3301D62E651}" type="presOf" srcId="{7A53F82C-F6F6-449E-8B02-2A070FF37728}" destId="{6506E974-8D51-42A1-B9DA-0642D185DD1A}" srcOrd="1" destOrd="0" presId="urn:microsoft.com/office/officeart/2005/8/layout/vProcess5"/>
    <dgm:cxn modelId="{951320F4-436A-4208-9004-B61505D72BFF}" type="presOf" srcId="{7A53F82C-F6F6-449E-8B02-2A070FF37728}" destId="{F3121156-BD34-49E6-821C-E7D83295E2F9}" srcOrd="0" destOrd="0" presId="urn:microsoft.com/office/officeart/2005/8/layout/vProcess5"/>
    <dgm:cxn modelId="{C098B3FB-1910-44EF-97AD-7536E882CF41}" type="presParOf" srcId="{EB317615-823C-4C73-BB02-FE7FB1B2E847}" destId="{BB65ACA7-7023-49DF-99DB-571911637877}" srcOrd="0" destOrd="0" presId="urn:microsoft.com/office/officeart/2005/8/layout/vProcess5"/>
    <dgm:cxn modelId="{B5A5794B-E9DF-4343-85C2-E3EF4321E710}" type="presParOf" srcId="{EB317615-823C-4C73-BB02-FE7FB1B2E847}" destId="{8C6912FA-5D49-4A5F-A993-619E7F11CAF7}" srcOrd="1" destOrd="0" presId="urn:microsoft.com/office/officeart/2005/8/layout/vProcess5"/>
    <dgm:cxn modelId="{C4B60C07-0486-4DB5-A3B9-21DD06DD543E}" type="presParOf" srcId="{EB317615-823C-4C73-BB02-FE7FB1B2E847}" destId="{F3121156-BD34-49E6-821C-E7D83295E2F9}" srcOrd="2" destOrd="0" presId="urn:microsoft.com/office/officeart/2005/8/layout/vProcess5"/>
    <dgm:cxn modelId="{DDDA2E49-15E6-40DD-824E-864FFF163F9D}" type="presParOf" srcId="{EB317615-823C-4C73-BB02-FE7FB1B2E847}" destId="{9427B5E7-E3A8-4F05-B028-90851C89534A}" srcOrd="3" destOrd="0" presId="urn:microsoft.com/office/officeart/2005/8/layout/vProcess5"/>
    <dgm:cxn modelId="{19006E36-7A4C-47E3-8BD7-CD4C3D82AA9B}" type="presParOf" srcId="{EB317615-823C-4C73-BB02-FE7FB1B2E847}" destId="{9F4279A4-155A-46EE-8ED7-1C0EFDA54BC5}" srcOrd="4" destOrd="0" presId="urn:microsoft.com/office/officeart/2005/8/layout/vProcess5"/>
    <dgm:cxn modelId="{B451EAB1-26B3-4367-AE1A-4FA589F41CB7}" type="presParOf" srcId="{EB317615-823C-4C73-BB02-FE7FB1B2E847}" destId="{6506E974-8D51-42A1-B9DA-0642D185DD1A}" srcOrd="5" destOrd="0" presId="urn:microsoft.com/office/officeart/2005/8/layout/vProcess5"/>
  </dgm:cxnLst>
  <dgm:bg/>
  <dgm:whole/>
  <dgm:extLst>
    <a:ext uri="http://schemas.microsoft.com/office/drawing/2008/diagram">
      <dsp:dataModelExt xmlns:dsp="http://schemas.microsoft.com/office/drawing/2008/diagram" relId="rId9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CDA59528-0A41-4B06-84E0-49E819EC2553}" type="doc">
      <dgm:prSet loTypeId="urn:microsoft.com/office/officeart/2016/7/layout/BasicLinearProcessNumbered" loCatId="process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F7A29FE6-C2A0-4243-8E8C-03386351B295}">
      <dgm:prSet custT="1"/>
      <dgm:spPr/>
      <dgm:t>
        <a:bodyPr/>
        <a:lstStyle/>
        <a:p>
          <a:r>
            <a:rPr lang="en-US" sz="2400"/>
            <a:t>It doesn’t know your PDFs or private data</a:t>
          </a:r>
        </a:p>
      </dgm:t>
    </dgm:pt>
    <dgm:pt modelId="{7620CC9F-87BC-43F0-ADF7-7436A61A5010}" type="parTrans" cxnId="{F7B974F7-1C19-47F9-B12F-17222A97914A}">
      <dgm:prSet/>
      <dgm:spPr/>
      <dgm:t>
        <a:bodyPr/>
        <a:lstStyle/>
        <a:p>
          <a:endParaRPr lang="en-US" sz="1600"/>
        </a:p>
      </dgm:t>
    </dgm:pt>
    <dgm:pt modelId="{879A87A6-5525-4006-BB4A-8604E585D58B}" type="sibTrans" cxnId="{F7B974F7-1C19-47F9-B12F-17222A97914A}">
      <dgm:prSet phldrT="1" phldr="0" custT="1"/>
      <dgm:spPr/>
      <dgm:t>
        <a:bodyPr/>
        <a:lstStyle/>
        <a:p>
          <a:r>
            <a:rPr lang="en-US" sz="4000"/>
            <a:t>1</a:t>
          </a:r>
        </a:p>
      </dgm:t>
    </dgm:pt>
    <dgm:pt modelId="{7A002BA6-92AD-49E5-B17D-2598ECF30448}">
      <dgm:prSet custT="1"/>
      <dgm:spPr/>
      <dgm:t>
        <a:bodyPr/>
        <a:lstStyle/>
        <a:p>
          <a:r>
            <a:rPr lang="en-US" sz="2400"/>
            <a:t>Can’t remember chat history</a:t>
          </a:r>
        </a:p>
      </dgm:t>
    </dgm:pt>
    <dgm:pt modelId="{2329C7D7-523F-4447-8C00-E91E35AB33ED}" type="parTrans" cxnId="{EC2EE02C-399D-48C3-A62A-39B253CFF32B}">
      <dgm:prSet/>
      <dgm:spPr/>
      <dgm:t>
        <a:bodyPr/>
        <a:lstStyle/>
        <a:p>
          <a:endParaRPr lang="en-US" sz="1600"/>
        </a:p>
      </dgm:t>
    </dgm:pt>
    <dgm:pt modelId="{7E017A6C-C7A9-469A-8169-220296F18B5F}" type="sibTrans" cxnId="{EC2EE02C-399D-48C3-A62A-39B253CFF32B}">
      <dgm:prSet phldrT="2" phldr="0" custT="1"/>
      <dgm:spPr/>
      <dgm:t>
        <a:bodyPr/>
        <a:lstStyle/>
        <a:p>
          <a:r>
            <a:rPr lang="en-US" sz="4000"/>
            <a:t>2</a:t>
          </a:r>
        </a:p>
      </dgm:t>
    </dgm:pt>
    <dgm:pt modelId="{F01478E9-ADF7-4709-9060-7680BBB60006}">
      <dgm:prSet custT="1"/>
      <dgm:spPr/>
      <dgm:t>
        <a:bodyPr/>
        <a:lstStyle/>
        <a:p>
          <a:r>
            <a:rPr lang="en-US" sz="2400"/>
            <a:t>May hallucinate wrong facts</a:t>
          </a:r>
        </a:p>
      </dgm:t>
    </dgm:pt>
    <dgm:pt modelId="{3A336229-5343-4289-9648-3AD4C2D1AA0E}" type="parTrans" cxnId="{C36DBFCB-EE1E-4D07-9535-956C108866F1}">
      <dgm:prSet/>
      <dgm:spPr/>
      <dgm:t>
        <a:bodyPr/>
        <a:lstStyle/>
        <a:p>
          <a:endParaRPr lang="en-US" sz="1600"/>
        </a:p>
      </dgm:t>
    </dgm:pt>
    <dgm:pt modelId="{C1A3D15B-0A02-47AC-976E-70DCCE0425DA}" type="sibTrans" cxnId="{C36DBFCB-EE1E-4D07-9535-956C108866F1}">
      <dgm:prSet phldrT="3" phldr="0" custT="1"/>
      <dgm:spPr/>
      <dgm:t>
        <a:bodyPr/>
        <a:lstStyle/>
        <a:p>
          <a:r>
            <a:rPr lang="en-US" sz="4000"/>
            <a:t>3</a:t>
          </a:r>
        </a:p>
      </dgm:t>
    </dgm:pt>
    <dgm:pt modelId="{B1B4FFC0-3D29-498A-ADDE-9DA6A886411F}" type="pres">
      <dgm:prSet presAssocID="{CDA59528-0A41-4B06-84E0-49E819EC2553}" presName="Name0" presStyleCnt="0">
        <dgm:presLayoutVars>
          <dgm:animLvl val="lvl"/>
          <dgm:resizeHandles val="exact"/>
        </dgm:presLayoutVars>
      </dgm:prSet>
      <dgm:spPr/>
    </dgm:pt>
    <dgm:pt modelId="{F6B56833-B288-4C38-9A98-031143EF21B3}" type="pres">
      <dgm:prSet presAssocID="{F7A29FE6-C2A0-4243-8E8C-03386351B295}" presName="compositeNode" presStyleCnt="0">
        <dgm:presLayoutVars>
          <dgm:bulletEnabled val="1"/>
        </dgm:presLayoutVars>
      </dgm:prSet>
      <dgm:spPr/>
    </dgm:pt>
    <dgm:pt modelId="{377D985E-B0C1-4E1A-83BC-5F98B7F1AD87}" type="pres">
      <dgm:prSet presAssocID="{F7A29FE6-C2A0-4243-8E8C-03386351B295}" presName="bgRect" presStyleLbl="bgAccFollowNode1" presStyleIdx="0" presStyleCnt="3"/>
      <dgm:spPr/>
    </dgm:pt>
    <dgm:pt modelId="{47237D72-82B7-4713-9328-59140B024F8F}" type="pres">
      <dgm:prSet presAssocID="{879A87A6-5525-4006-BB4A-8604E585D58B}" presName="sibTransNodeCircle" presStyleLbl="alignNode1" presStyleIdx="0" presStyleCnt="6">
        <dgm:presLayoutVars>
          <dgm:chMax val="0"/>
          <dgm:bulletEnabled/>
        </dgm:presLayoutVars>
      </dgm:prSet>
      <dgm:spPr/>
    </dgm:pt>
    <dgm:pt modelId="{8D1B096D-CB99-4BEB-9914-BCC2D0A8F18A}" type="pres">
      <dgm:prSet presAssocID="{F7A29FE6-C2A0-4243-8E8C-03386351B295}" presName="bottomLine" presStyleLbl="alignNode1" presStyleIdx="1" presStyleCnt="6">
        <dgm:presLayoutVars/>
      </dgm:prSet>
      <dgm:spPr/>
    </dgm:pt>
    <dgm:pt modelId="{ADA2CC43-DE18-426C-8883-08A37FFFE940}" type="pres">
      <dgm:prSet presAssocID="{F7A29FE6-C2A0-4243-8E8C-03386351B295}" presName="nodeText" presStyleLbl="bgAccFollowNode1" presStyleIdx="0" presStyleCnt="3">
        <dgm:presLayoutVars>
          <dgm:bulletEnabled val="1"/>
        </dgm:presLayoutVars>
      </dgm:prSet>
      <dgm:spPr/>
    </dgm:pt>
    <dgm:pt modelId="{1562844D-E4A2-4267-B2A2-AF9251540F12}" type="pres">
      <dgm:prSet presAssocID="{879A87A6-5525-4006-BB4A-8604E585D58B}" presName="sibTrans" presStyleCnt="0"/>
      <dgm:spPr/>
    </dgm:pt>
    <dgm:pt modelId="{C11010F7-543D-42CA-AE35-B898E6AD6B66}" type="pres">
      <dgm:prSet presAssocID="{7A002BA6-92AD-49E5-B17D-2598ECF30448}" presName="compositeNode" presStyleCnt="0">
        <dgm:presLayoutVars>
          <dgm:bulletEnabled val="1"/>
        </dgm:presLayoutVars>
      </dgm:prSet>
      <dgm:spPr/>
    </dgm:pt>
    <dgm:pt modelId="{764A3D38-ECC1-4AD6-AE4F-E2777474EB57}" type="pres">
      <dgm:prSet presAssocID="{7A002BA6-92AD-49E5-B17D-2598ECF30448}" presName="bgRect" presStyleLbl="bgAccFollowNode1" presStyleIdx="1" presStyleCnt="3"/>
      <dgm:spPr/>
    </dgm:pt>
    <dgm:pt modelId="{930F4851-330E-4F90-933A-FF33ACA947B0}" type="pres">
      <dgm:prSet presAssocID="{7E017A6C-C7A9-469A-8169-220296F18B5F}" presName="sibTransNodeCircle" presStyleLbl="alignNode1" presStyleIdx="2" presStyleCnt="6">
        <dgm:presLayoutVars>
          <dgm:chMax val="0"/>
          <dgm:bulletEnabled/>
        </dgm:presLayoutVars>
      </dgm:prSet>
      <dgm:spPr/>
    </dgm:pt>
    <dgm:pt modelId="{85C1919F-1BC7-48A0-A8E8-3E5D3126B6CF}" type="pres">
      <dgm:prSet presAssocID="{7A002BA6-92AD-49E5-B17D-2598ECF30448}" presName="bottomLine" presStyleLbl="alignNode1" presStyleIdx="3" presStyleCnt="6">
        <dgm:presLayoutVars/>
      </dgm:prSet>
      <dgm:spPr/>
    </dgm:pt>
    <dgm:pt modelId="{74E97CC7-1EC1-4812-AC51-9AE5B759ADA0}" type="pres">
      <dgm:prSet presAssocID="{7A002BA6-92AD-49E5-B17D-2598ECF30448}" presName="nodeText" presStyleLbl="bgAccFollowNode1" presStyleIdx="1" presStyleCnt="3">
        <dgm:presLayoutVars>
          <dgm:bulletEnabled val="1"/>
        </dgm:presLayoutVars>
      </dgm:prSet>
      <dgm:spPr/>
    </dgm:pt>
    <dgm:pt modelId="{8B50321B-EDBE-4550-B4DC-45030F13279C}" type="pres">
      <dgm:prSet presAssocID="{7E017A6C-C7A9-469A-8169-220296F18B5F}" presName="sibTrans" presStyleCnt="0"/>
      <dgm:spPr/>
    </dgm:pt>
    <dgm:pt modelId="{7624DD72-0BA7-4385-9D1B-AC7814BB627D}" type="pres">
      <dgm:prSet presAssocID="{F01478E9-ADF7-4709-9060-7680BBB60006}" presName="compositeNode" presStyleCnt="0">
        <dgm:presLayoutVars>
          <dgm:bulletEnabled val="1"/>
        </dgm:presLayoutVars>
      </dgm:prSet>
      <dgm:spPr/>
    </dgm:pt>
    <dgm:pt modelId="{52F6AEAF-71D3-437C-9ED8-BB446347E668}" type="pres">
      <dgm:prSet presAssocID="{F01478E9-ADF7-4709-9060-7680BBB60006}" presName="bgRect" presStyleLbl="bgAccFollowNode1" presStyleIdx="2" presStyleCnt="3"/>
      <dgm:spPr/>
    </dgm:pt>
    <dgm:pt modelId="{6D7AD3C3-D458-4B70-B201-5C6B7A557EC4}" type="pres">
      <dgm:prSet presAssocID="{C1A3D15B-0A02-47AC-976E-70DCCE0425DA}" presName="sibTransNodeCircle" presStyleLbl="alignNode1" presStyleIdx="4" presStyleCnt="6">
        <dgm:presLayoutVars>
          <dgm:chMax val="0"/>
          <dgm:bulletEnabled/>
        </dgm:presLayoutVars>
      </dgm:prSet>
      <dgm:spPr/>
    </dgm:pt>
    <dgm:pt modelId="{80766767-A067-4A85-BF45-2C99C79A107B}" type="pres">
      <dgm:prSet presAssocID="{F01478E9-ADF7-4709-9060-7680BBB60006}" presName="bottomLine" presStyleLbl="alignNode1" presStyleIdx="5" presStyleCnt="6">
        <dgm:presLayoutVars/>
      </dgm:prSet>
      <dgm:spPr/>
    </dgm:pt>
    <dgm:pt modelId="{2C1FFE3C-03AF-462A-8251-2AAEAA9543BB}" type="pres">
      <dgm:prSet presAssocID="{F01478E9-ADF7-4709-9060-7680BBB60006}" presName="nodeText" presStyleLbl="bgAccFollowNode1" presStyleIdx="2" presStyleCnt="3">
        <dgm:presLayoutVars>
          <dgm:bulletEnabled val="1"/>
        </dgm:presLayoutVars>
      </dgm:prSet>
      <dgm:spPr/>
    </dgm:pt>
  </dgm:ptLst>
  <dgm:cxnLst>
    <dgm:cxn modelId="{EC2EE02C-399D-48C3-A62A-39B253CFF32B}" srcId="{CDA59528-0A41-4B06-84E0-49E819EC2553}" destId="{7A002BA6-92AD-49E5-B17D-2598ECF30448}" srcOrd="1" destOrd="0" parTransId="{2329C7D7-523F-4447-8C00-E91E35AB33ED}" sibTransId="{7E017A6C-C7A9-469A-8169-220296F18B5F}"/>
    <dgm:cxn modelId="{E4732850-FFC7-4C74-AC35-E8EEE985E0F9}" type="presOf" srcId="{C1A3D15B-0A02-47AC-976E-70DCCE0425DA}" destId="{6D7AD3C3-D458-4B70-B201-5C6B7A557EC4}" srcOrd="0" destOrd="0" presId="urn:microsoft.com/office/officeart/2016/7/layout/BasicLinearProcessNumbered"/>
    <dgm:cxn modelId="{EEC1C680-9BC9-4BA0-A4DA-F6D2A71009E9}" type="presOf" srcId="{F01478E9-ADF7-4709-9060-7680BBB60006}" destId="{2C1FFE3C-03AF-462A-8251-2AAEAA9543BB}" srcOrd="1" destOrd="0" presId="urn:microsoft.com/office/officeart/2016/7/layout/BasicLinearProcessNumbered"/>
    <dgm:cxn modelId="{E535C79B-A973-4853-8A1E-8AB7D8912E08}" type="presOf" srcId="{7A002BA6-92AD-49E5-B17D-2598ECF30448}" destId="{764A3D38-ECC1-4AD6-AE4F-E2777474EB57}" srcOrd="0" destOrd="0" presId="urn:microsoft.com/office/officeart/2016/7/layout/BasicLinearProcessNumbered"/>
    <dgm:cxn modelId="{1ABDDFA7-38DD-44BC-ABA7-655D928DD17C}" type="presOf" srcId="{7A002BA6-92AD-49E5-B17D-2598ECF30448}" destId="{74E97CC7-1EC1-4812-AC51-9AE5B759ADA0}" srcOrd="1" destOrd="0" presId="urn:microsoft.com/office/officeart/2016/7/layout/BasicLinearProcessNumbered"/>
    <dgm:cxn modelId="{F1388ABE-25F4-4C2F-9689-FF8D3DDDF734}" type="presOf" srcId="{7E017A6C-C7A9-469A-8169-220296F18B5F}" destId="{930F4851-330E-4F90-933A-FF33ACA947B0}" srcOrd="0" destOrd="0" presId="urn:microsoft.com/office/officeart/2016/7/layout/BasicLinearProcessNumbered"/>
    <dgm:cxn modelId="{C36DBFCB-EE1E-4D07-9535-956C108866F1}" srcId="{CDA59528-0A41-4B06-84E0-49E819EC2553}" destId="{F01478E9-ADF7-4709-9060-7680BBB60006}" srcOrd="2" destOrd="0" parTransId="{3A336229-5343-4289-9648-3AD4C2D1AA0E}" sibTransId="{C1A3D15B-0A02-47AC-976E-70DCCE0425DA}"/>
    <dgm:cxn modelId="{651E3AD2-5EE6-45EE-B790-48984FFDE58C}" type="presOf" srcId="{879A87A6-5525-4006-BB4A-8604E585D58B}" destId="{47237D72-82B7-4713-9328-59140B024F8F}" srcOrd="0" destOrd="0" presId="urn:microsoft.com/office/officeart/2016/7/layout/BasicLinearProcessNumbered"/>
    <dgm:cxn modelId="{6D6C6DD7-937A-4B78-BDC4-F2C9A4D9BBFA}" type="presOf" srcId="{F7A29FE6-C2A0-4243-8E8C-03386351B295}" destId="{ADA2CC43-DE18-426C-8883-08A37FFFE940}" srcOrd="1" destOrd="0" presId="urn:microsoft.com/office/officeart/2016/7/layout/BasicLinearProcessNumbered"/>
    <dgm:cxn modelId="{9BA544E1-F171-43C0-A9EC-17B46C3296AE}" type="presOf" srcId="{F01478E9-ADF7-4709-9060-7680BBB60006}" destId="{52F6AEAF-71D3-437C-9ED8-BB446347E668}" srcOrd="0" destOrd="0" presId="urn:microsoft.com/office/officeart/2016/7/layout/BasicLinearProcessNumbered"/>
    <dgm:cxn modelId="{F32FA1EF-98B7-4FBE-A7BE-79F110A488DF}" type="presOf" srcId="{CDA59528-0A41-4B06-84E0-49E819EC2553}" destId="{B1B4FFC0-3D29-498A-ADDE-9DA6A886411F}" srcOrd="0" destOrd="0" presId="urn:microsoft.com/office/officeart/2016/7/layout/BasicLinearProcessNumbered"/>
    <dgm:cxn modelId="{F7B974F7-1C19-47F9-B12F-17222A97914A}" srcId="{CDA59528-0A41-4B06-84E0-49E819EC2553}" destId="{F7A29FE6-C2A0-4243-8E8C-03386351B295}" srcOrd="0" destOrd="0" parTransId="{7620CC9F-87BC-43F0-ADF7-7436A61A5010}" sibTransId="{879A87A6-5525-4006-BB4A-8604E585D58B}"/>
    <dgm:cxn modelId="{F97231FA-E194-4727-B303-B14227542414}" type="presOf" srcId="{F7A29FE6-C2A0-4243-8E8C-03386351B295}" destId="{377D985E-B0C1-4E1A-83BC-5F98B7F1AD87}" srcOrd="0" destOrd="0" presId="urn:microsoft.com/office/officeart/2016/7/layout/BasicLinearProcessNumbered"/>
    <dgm:cxn modelId="{67372945-9F00-4B99-B051-BA46AC3763F0}" type="presParOf" srcId="{B1B4FFC0-3D29-498A-ADDE-9DA6A886411F}" destId="{F6B56833-B288-4C38-9A98-031143EF21B3}" srcOrd="0" destOrd="0" presId="urn:microsoft.com/office/officeart/2016/7/layout/BasicLinearProcessNumbered"/>
    <dgm:cxn modelId="{5ACD91D3-4957-4F77-AD67-074D2FDB265D}" type="presParOf" srcId="{F6B56833-B288-4C38-9A98-031143EF21B3}" destId="{377D985E-B0C1-4E1A-83BC-5F98B7F1AD87}" srcOrd="0" destOrd="0" presId="urn:microsoft.com/office/officeart/2016/7/layout/BasicLinearProcessNumbered"/>
    <dgm:cxn modelId="{CE6BC7FC-AC9E-40B9-A024-77C3BDF9B640}" type="presParOf" srcId="{F6B56833-B288-4C38-9A98-031143EF21B3}" destId="{47237D72-82B7-4713-9328-59140B024F8F}" srcOrd="1" destOrd="0" presId="urn:microsoft.com/office/officeart/2016/7/layout/BasicLinearProcessNumbered"/>
    <dgm:cxn modelId="{96ED1A17-F4DB-4E59-BE47-B10507F5A2A6}" type="presParOf" srcId="{F6B56833-B288-4C38-9A98-031143EF21B3}" destId="{8D1B096D-CB99-4BEB-9914-BCC2D0A8F18A}" srcOrd="2" destOrd="0" presId="urn:microsoft.com/office/officeart/2016/7/layout/BasicLinearProcessNumbered"/>
    <dgm:cxn modelId="{900C1A24-3A1E-47AE-BB88-75C7EFAE67DC}" type="presParOf" srcId="{F6B56833-B288-4C38-9A98-031143EF21B3}" destId="{ADA2CC43-DE18-426C-8883-08A37FFFE940}" srcOrd="3" destOrd="0" presId="urn:microsoft.com/office/officeart/2016/7/layout/BasicLinearProcessNumbered"/>
    <dgm:cxn modelId="{4CD455ED-38CB-41A7-AC87-C0557943061A}" type="presParOf" srcId="{B1B4FFC0-3D29-498A-ADDE-9DA6A886411F}" destId="{1562844D-E4A2-4267-B2A2-AF9251540F12}" srcOrd="1" destOrd="0" presId="urn:microsoft.com/office/officeart/2016/7/layout/BasicLinearProcessNumbered"/>
    <dgm:cxn modelId="{0ED08CB7-A399-4962-BDDF-D598F1970476}" type="presParOf" srcId="{B1B4FFC0-3D29-498A-ADDE-9DA6A886411F}" destId="{C11010F7-543D-42CA-AE35-B898E6AD6B66}" srcOrd="2" destOrd="0" presId="urn:microsoft.com/office/officeart/2016/7/layout/BasicLinearProcessNumbered"/>
    <dgm:cxn modelId="{22C1F8D6-C194-497C-8834-AEB50E795C4D}" type="presParOf" srcId="{C11010F7-543D-42CA-AE35-B898E6AD6B66}" destId="{764A3D38-ECC1-4AD6-AE4F-E2777474EB57}" srcOrd="0" destOrd="0" presId="urn:microsoft.com/office/officeart/2016/7/layout/BasicLinearProcessNumbered"/>
    <dgm:cxn modelId="{F1557414-4887-40B0-AB47-A291A0C92330}" type="presParOf" srcId="{C11010F7-543D-42CA-AE35-B898E6AD6B66}" destId="{930F4851-330E-4F90-933A-FF33ACA947B0}" srcOrd="1" destOrd="0" presId="urn:microsoft.com/office/officeart/2016/7/layout/BasicLinearProcessNumbered"/>
    <dgm:cxn modelId="{91FDFC0A-4091-4BF1-9E41-7165F3276502}" type="presParOf" srcId="{C11010F7-543D-42CA-AE35-B898E6AD6B66}" destId="{85C1919F-1BC7-48A0-A8E8-3E5D3126B6CF}" srcOrd="2" destOrd="0" presId="urn:microsoft.com/office/officeart/2016/7/layout/BasicLinearProcessNumbered"/>
    <dgm:cxn modelId="{0ECA683C-EE71-4754-82DD-E3529E330133}" type="presParOf" srcId="{C11010F7-543D-42CA-AE35-B898E6AD6B66}" destId="{74E97CC7-1EC1-4812-AC51-9AE5B759ADA0}" srcOrd="3" destOrd="0" presId="urn:microsoft.com/office/officeart/2016/7/layout/BasicLinearProcessNumbered"/>
    <dgm:cxn modelId="{13D7B645-4CEA-4FB5-A979-C4E46272B24D}" type="presParOf" srcId="{B1B4FFC0-3D29-498A-ADDE-9DA6A886411F}" destId="{8B50321B-EDBE-4550-B4DC-45030F13279C}" srcOrd="3" destOrd="0" presId="urn:microsoft.com/office/officeart/2016/7/layout/BasicLinearProcessNumbered"/>
    <dgm:cxn modelId="{8B93FDDB-14EB-4785-A4AD-800232C38E41}" type="presParOf" srcId="{B1B4FFC0-3D29-498A-ADDE-9DA6A886411F}" destId="{7624DD72-0BA7-4385-9D1B-AC7814BB627D}" srcOrd="4" destOrd="0" presId="urn:microsoft.com/office/officeart/2016/7/layout/BasicLinearProcessNumbered"/>
    <dgm:cxn modelId="{B7CF2A11-9D04-4E2E-9B84-E5A02519EA09}" type="presParOf" srcId="{7624DD72-0BA7-4385-9D1B-AC7814BB627D}" destId="{52F6AEAF-71D3-437C-9ED8-BB446347E668}" srcOrd="0" destOrd="0" presId="urn:microsoft.com/office/officeart/2016/7/layout/BasicLinearProcessNumbered"/>
    <dgm:cxn modelId="{31D5171B-84DE-418B-B26B-52A7940AB61A}" type="presParOf" srcId="{7624DD72-0BA7-4385-9D1B-AC7814BB627D}" destId="{6D7AD3C3-D458-4B70-B201-5C6B7A557EC4}" srcOrd="1" destOrd="0" presId="urn:microsoft.com/office/officeart/2016/7/layout/BasicLinearProcessNumbered"/>
    <dgm:cxn modelId="{3AC8BEEF-BD72-42A2-B1AD-D29CE6DF02A9}" type="presParOf" srcId="{7624DD72-0BA7-4385-9D1B-AC7814BB627D}" destId="{80766767-A067-4A85-BF45-2C99C79A107B}" srcOrd="2" destOrd="0" presId="urn:microsoft.com/office/officeart/2016/7/layout/BasicLinearProcessNumbered"/>
    <dgm:cxn modelId="{D8EEF5CC-720A-427F-BF85-AA204CF41368}" type="presParOf" srcId="{7624DD72-0BA7-4385-9D1B-AC7814BB627D}" destId="{2C1FFE3C-03AF-462A-8251-2AAEAA9543BB}" srcOrd="3" destOrd="0" presId="urn:microsoft.com/office/officeart/2016/7/layout/BasicLinearProcessNumbered"/>
  </dgm:cxnLst>
  <dgm:bg/>
  <dgm:whole/>
  <dgm:extLst>
    <a:ext uri="http://schemas.microsoft.com/office/drawing/2008/diagram">
      <dsp:dataModelExt xmlns:dsp="http://schemas.microsoft.com/office/drawing/2008/diagram" relId="rId9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E28B75D5-93B2-453E-A9D8-1C9BE694E08D}" type="doc">
      <dgm:prSet loTypeId="urn:microsoft.com/office/officeart/2016/7/layout/LinearArrowProcessNumbered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16837CF4-4027-4CF0-A4EC-782602A38C38}">
      <dgm:prSet custT="1"/>
      <dgm:spPr/>
      <dgm:t>
        <a:bodyPr/>
        <a:lstStyle/>
        <a:p>
          <a:r>
            <a:rPr lang="en-US" sz="1800" dirty="0"/>
            <a:t>Load &amp; split your document</a:t>
          </a:r>
        </a:p>
      </dgm:t>
    </dgm:pt>
    <dgm:pt modelId="{9A15F063-B7C7-4C5B-AAB1-10815D260015}" type="parTrans" cxnId="{DC8C5AD6-283F-4DB6-A1CA-47D2F1374BDD}">
      <dgm:prSet/>
      <dgm:spPr/>
      <dgm:t>
        <a:bodyPr/>
        <a:lstStyle/>
        <a:p>
          <a:endParaRPr lang="en-US"/>
        </a:p>
      </dgm:t>
    </dgm:pt>
    <dgm:pt modelId="{DA88C6AB-F3AC-4CF3-A804-05F6C3BDCC65}" type="sibTrans" cxnId="{DC8C5AD6-283F-4DB6-A1CA-47D2F1374BDD}">
      <dgm:prSet phldrT="1" phldr="0"/>
      <dgm:spPr/>
      <dgm:t>
        <a:bodyPr/>
        <a:lstStyle/>
        <a:p>
          <a:r>
            <a:rPr lang="en-US"/>
            <a:t>1</a:t>
          </a:r>
        </a:p>
      </dgm:t>
    </dgm:pt>
    <dgm:pt modelId="{7F72B83D-CDD7-45D7-90FB-DF525920272C}">
      <dgm:prSet custT="1"/>
      <dgm:spPr/>
      <dgm:t>
        <a:bodyPr/>
        <a:lstStyle/>
        <a:p>
          <a:r>
            <a:rPr lang="en-US" sz="1800" dirty="0"/>
            <a:t>Create embeddings</a:t>
          </a:r>
        </a:p>
      </dgm:t>
    </dgm:pt>
    <dgm:pt modelId="{5746251F-A4D3-4C7E-B14A-227CDC054431}" type="parTrans" cxnId="{5CEBFF51-6B16-46E7-ABF2-10F5C879044F}">
      <dgm:prSet/>
      <dgm:spPr/>
      <dgm:t>
        <a:bodyPr/>
        <a:lstStyle/>
        <a:p>
          <a:endParaRPr lang="en-US"/>
        </a:p>
      </dgm:t>
    </dgm:pt>
    <dgm:pt modelId="{87584B60-8AC7-486D-BEB1-91DE25B16989}" type="sibTrans" cxnId="{5CEBFF51-6B16-46E7-ABF2-10F5C879044F}">
      <dgm:prSet phldrT="2" phldr="0"/>
      <dgm:spPr/>
      <dgm:t>
        <a:bodyPr/>
        <a:lstStyle/>
        <a:p>
          <a:r>
            <a:rPr lang="en-US"/>
            <a:t>2</a:t>
          </a:r>
        </a:p>
      </dgm:t>
    </dgm:pt>
    <dgm:pt modelId="{D1AB4F2D-E5F9-409C-BCDC-2D34ABB8C273}">
      <dgm:prSet custT="1"/>
      <dgm:spPr/>
      <dgm:t>
        <a:bodyPr/>
        <a:lstStyle/>
        <a:p>
          <a:r>
            <a:rPr lang="en-US" sz="1800" dirty="0"/>
            <a:t>Store in a vector database</a:t>
          </a:r>
        </a:p>
      </dgm:t>
    </dgm:pt>
    <dgm:pt modelId="{D73E7CBE-198E-4168-89BC-06E978A11E07}" type="parTrans" cxnId="{9C7BEEFB-5380-4E6A-A87F-30CD6E3DB64F}">
      <dgm:prSet/>
      <dgm:spPr/>
      <dgm:t>
        <a:bodyPr/>
        <a:lstStyle/>
        <a:p>
          <a:endParaRPr lang="en-US"/>
        </a:p>
      </dgm:t>
    </dgm:pt>
    <dgm:pt modelId="{0233983A-E49D-4EC0-B2B4-62D67046186D}" type="sibTrans" cxnId="{9C7BEEFB-5380-4E6A-A87F-30CD6E3DB64F}">
      <dgm:prSet phldrT="3" phldr="0"/>
      <dgm:spPr/>
      <dgm:t>
        <a:bodyPr/>
        <a:lstStyle/>
        <a:p>
          <a:r>
            <a:rPr lang="en-US"/>
            <a:t>3</a:t>
          </a:r>
        </a:p>
      </dgm:t>
    </dgm:pt>
    <dgm:pt modelId="{AA3D94F5-2372-40F0-A0C9-AD36F9E1AE04}">
      <dgm:prSet custT="1"/>
      <dgm:spPr/>
      <dgm:t>
        <a:bodyPr/>
        <a:lstStyle/>
        <a:p>
          <a:r>
            <a:rPr lang="en-US" sz="1800" dirty="0"/>
            <a:t>Retrieve relevant text</a:t>
          </a:r>
        </a:p>
      </dgm:t>
    </dgm:pt>
    <dgm:pt modelId="{C3728901-40C0-4605-A41D-B9D3DC0156E5}" type="parTrans" cxnId="{04000026-D366-45CE-A96C-F860C2AF0184}">
      <dgm:prSet/>
      <dgm:spPr/>
      <dgm:t>
        <a:bodyPr/>
        <a:lstStyle/>
        <a:p>
          <a:endParaRPr lang="en-US"/>
        </a:p>
      </dgm:t>
    </dgm:pt>
    <dgm:pt modelId="{45BBF0ED-B0D2-4265-ABFE-28E9A5EC0CD6}" type="sibTrans" cxnId="{04000026-D366-45CE-A96C-F860C2AF0184}">
      <dgm:prSet phldrT="4" phldr="0"/>
      <dgm:spPr/>
      <dgm:t>
        <a:bodyPr/>
        <a:lstStyle/>
        <a:p>
          <a:r>
            <a:rPr lang="en-US"/>
            <a:t>4</a:t>
          </a:r>
        </a:p>
      </dgm:t>
    </dgm:pt>
    <dgm:pt modelId="{77750B8D-A90E-43B7-98B4-367FFF0D63AA}">
      <dgm:prSet custT="1"/>
      <dgm:spPr/>
      <dgm:t>
        <a:bodyPr/>
        <a:lstStyle/>
        <a:p>
          <a:r>
            <a:rPr lang="en-US" sz="1800" dirty="0"/>
            <a:t>Generate answers</a:t>
          </a:r>
        </a:p>
      </dgm:t>
    </dgm:pt>
    <dgm:pt modelId="{75331063-15A2-49E9-8C5D-87A9B0B5F9A6}" type="parTrans" cxnId="{FB52BFB3-8349-474F-9A2D-D1D7818B363A}">
      <dgm:prSet/>
      <dgm:spPr/>
      <dgm:t>
        <a:bodyPr/>
        <a:lstStyle/>
        <a:p>
          <a:endParaRPr lang="en-US"/>
        </a:p>
      </dgm:t>
    </dgm:pt>
    <dgm:pt modelId="{48F1CF04-26F3-4DD0-9AA4-7C339DD28004}" type="sibTrans" cxnId="{FB52BFB3-8349-474F-9A2D-D1D7818B363A}">
      <dgm:prSet phldrT="5" phldr="0"/>
      <dgm:spPr/>
      <dgm:t>
        <a:bodyPr/>
        <a:lstStyle/>
        <a:p>
          <a:r>
            <a:rPr lang="en-US"/>
            <a:t>5</a:t>
          </a:r>
        </a:p>
      </dgm:t>
    </dgm:pt>
    <dgm:pt modelId="{AA6F4F4B-FE04-44B5-B36A-D53A6B2D521C}" type="pres">
      <dgm:prSet presAssocID="{E28B75D5-93B2-453E-A9D8-1C9BE694E08D}" presName="linearFlow" presStyleCnt="0">
        <dgm:presLayoutVars>
          <dgm:dir/>
          <dgm:animLvl val="lvl"/>
          <dgm:resizeHandles val="exact"/>
        </dgm:presLayoutVars>
      </dgm:prSet>
      <dgm:spPr/>
    </dgm:pt>
    <dgm:pt modelId="{EA4679FE-D9E5-4B28-B446-C0A153A17582}" type="pres">
      <dgm:prSet presAssocID="{16837CF4-4027-4CF0-A4EC-782602A38C38}" presName="compositeNode" presStyleCnt="0"/>
      <dgm:spPr/>
    </dgm:pt>
    <dgm:pt modelId="{F60F2FF1-1F8D-4F62-B7BD-E421E90A2555}" type="pres">
      <dgm:prSet presAssocID="{16837CF4-4027-4CF0-A4EC-782602A38C38}" presName="parTx" presStyleLbl="node1" presStyleIdx="0" presStyleCnt="0">
        <dgm:presLayoutVars>
          <dgm:chMax val="0"/>
          <dgm:chPref val="0"/>
          <dgm:bulletEnabled val="1"/>
        </dgm:presLayoutVars>
      </dgm:prSet>
      <dgm:spPr/>
    </dgm:pt>
    <dgm:pt modelId="{73D330C9-074A-4A04-8804-64C06F96121D}" type="pres">
      <dgm:prSet presAssocID="{16837CF4-4027-4CF0-A4EC-782602A38C38}" presName="parSh" presStyleCnt="0"/>
      <dgm:spPr/>
    </dgm:pt>
    <dgm:pt modelId="{2030C7D3-402D-437B-9A74-BD51B2D10803}" type="pres">
      <dgm:prSet presAssocID="{16837CF4-4027-4CF0-A4EC-782602A38C38}" presName="lineNode" presStyleLbl="alignAccFollowNode1" presStyleIdx="0" presStyleCnt="15"/>
      <dgm:spPr/>
    </dgm:pt>
    <dgm:pt modelId="{13C1DD8E-CC15-4A8C-8AE8-62115728EC58}" type="pres">
      <dgm:prSet presAssocID="{16837CF4-4027-4CF0-A4EC-782602A38C38}" presName="lineArrowNode" presStyleLbl="alignAccFollowNode1" presStyleIdx="1" presStyleCnt="15"/>
      <dgm:spPr/>
    </dgm:pt>
    <dgm:pt modelId="{BF0A3530-1E4F-4A51-993C-E7B4ADABBB6E}" type="pres">
      <dgm:prSet presAssocID="{DA88C6AB-F3AC-4CF3-A804-05F6C3BDCC65}" presName="sibTransNodeCircle" presStyleLbl="alignNode1" presStyleIdx="0" presStyleCnt="5">
        <dgm:presLayoutVars>
          <dgm:chMax val="0"/>
          <dgm:bulletEnabled/>
        </dgm:presLayoutVars>
      </dgm:prSet>
      <dgm:spPr/>
    </dgm:pt>
    <dgm:pt modelId="{57FC4328-ED89-43F0-BBCB-4F5FBD55B3F0}" type="pres">
      <dgm:prSet presAssocID="{DA88C6AB-F3AC-4CF3-A804-05F6C3BDCC65}" presName="spacerBetweenCircleAndCallout" presStyleCnt="0">
        <dgm:presLayoutVars/>
      </dgm:prSet>
      <dgm:spPr/>
    </dgm:pt>
    <dgm:pt modelId="{C1E53387-1EFC-4596-B070-500F5AD6212B}" type="pres">
      <dgm:prSet presAssocID="{16837CF4-4027-4CF0-A4EC-782602A38C38}" presName="nodeText" presStyleLbl="alignAccFollowNode1" presStyleIdx="2" presStyleCnt="15">
        <dgm:presLayoutVars>
          <dgm:bulletEnabled val="1"/>
        </dgm:presLayoutVars>
      </dgm:prSet>
      <dgm:spPr/>
    </dgm:pt>
    <dgm:pt modelId="{573CC01E-6A0E-4D50-9176-5D62F9CE8031}" type="pres">
      <dgm:prSet presAssocID="{DA88C6AB-F3AC-4CF3-A804-05F6C3BDCC65}" presName="sibTransComposite" presStyleCnt="0"/>
      <dgm:spPr/>
    </dgm:pt>
    <dgm:pt modelId="{5230B59D-061C-4661-94EE-7F8A97779865}" type="pres">
      <dgm:prSet presAssocID="{7F72B83D-CDD7-45D7-90FB-DF525920272C}" presName="compositeNode" presStyleCnt="0"/>
      <dgm:spPr/>
    </dgm:pt>
    <dgm:pt modelId="{3A83CBDA-58F8-44A9-A072-406CF3EB09E2}" type="pres">
      <dgm:prSet presAssocID="{7F72B83D-CDD7-45D7-90FB-DF525920272C}" presName="parTx" presStyleLbl="node1" presStyleIdx="0" presStyleCnt="0">
        <dgm:presLayoutVars>
          <dgm:chMax val="0"/>
          <dgm:chPref val="0"/>
          <dgm:bulletEnabled val="1"/>
        </dgm:presLayoutVars>
      </dgm:prSet>
      <dgm:spPr/>
    </dgm:pt>
    <dgm:pt modelId="{2AB7643E-72D5-4D96-A538-7D20AFA02F53}" type="pres">
      <dgm:prSet presAssocID="{7F72B83D-CDD7-45D7-90FB-DF525920272C}" presName="parSh" presStyleCnt="0"/>
      <dgm:spPr/>
    </dgm:pt>
    <dgm:pt modelId="{00565037-A397-4B0A-A467-ADEA1F2635A7}" type="pres">
      <dgm:prSet presAssocID="{7F72B83D-CDD7-45D7-90FB-DF525920272C}" presName="lineNode" presStyleLbl="alignAccFollowNode1" presStyleIdx="3" presStyleCnt="15"/>
      <dgm:spPr/>
    </dgm:pt>
    <dgm:pt modelId="{FB222A92-D7FA-4D7F-894C-75151A50D973}" type="pres">
      <dgm:prSet presAssocID="{7F72B83D-CDD7-45D7-90FB-DF525920272C}" presName="lineArrowNode" presStyleLbl="alignAccFollowNode1" presStyleIdx="4" presStyleCnt="15"/>
      <dgm:spPr/>
    </dgm:pt>
    <dgm:pt modelId="{235968A7-82C1-4622-B450-2E75E0406A8B}" type="pres">
      <dgm:prSet presAssocID="{87584B60-8AC7-486D-BEB1-91DE25B16989}" presName="sibTransNodeCircle" presStyleLbl="alignNode1" presStyleIdx="1" presStyleCnt="5">
        <dgm:presLayoutVars>
          <dgm:chMax val="0"/>
          <dgm:bulletEnabled/>
        </dgm:presLayoutVars>
      </dgm:prSet>
      <dgm:spPr/>
    </dgm:pt>
    <dgm:pt modelId="{15484938-15D7-4F6E-8C57-3023721DC2BD}" type="pres">
      <dgm:prSet presAssocID="{87584B60-8AC7-486D-BEB1-91DE25B16989}" presName="spacerBetweenCircleAndCallout" presStyleCnt="0">
        <dgm:presLayoutVars/>
      </dgm:prSet>
      <dgm:spPr/>
    </dgm:pt>
    <dgm:pt modelId="{AF7C3826-9ED8-48B7-A36F-7C9AEB82021C}" type="pres">
      <dgm:prSet presAssocID="{7F72B83D-CDD7-45D7-90FB-DF525920272C}" presName="nodeText" presStyleLbl="alignAccFollowNode1" presStyleIdx="5" presStyleCnt="15">
        <dgm:presLayoutVars>
          <dgm:bulletEnabled val="1"/>
        </dgm:presLayoutVars>
      </dgm:prSet>
      <dgm:spPr/>
    </dgm:pt>
    <dgm:pt modelId="{6C392509-4589-4F09-BE0C-167D7483056A}" type="pres">
      <dgm:prSet presAssocID="{87584B60-8AC7-486D-BEB1-91DE25B16989}" presName="sibTransComposite" presStyleCnt="0"/>
      <dgm:spPr/>
    </dgm:pt>
    <dgm:pt modelId="{4D86F4FC-8E53-4E67-830F-E4EEB51AC0F8}" type="pres">
      <dgm:prSet presAssocID="{D1AB4F2D-E5F9-409C-BCDC-2D34ABB8C273}" presName="compositeNode" presStyleCnt="0"/>
      <dgm:spPr/>
    </dgm:pt>
    <dgm:pt modelId="{B64A9E6B-3F9E-43E0-8A05-1720304FD1AF}" type="pres">
      <dgm:prSet presAssocID="{D1AB4F2D-E5F9-409C-BCDC-2D34ABB8C273}" presName="parTx" presStyleLbl="node1" presStyleIdx="0" presStyleCnt="0">
        <dgm:presLayoutVars>
          <dgm:chMax val="0"/>
          <dgm:chPref val="0"/>
          <dgm:bulletEnabled val="1"/>
        </dgm:presLayoutVars>
      </dgm:prSet>
      <dgm:spPr/>
    </dgm:pt>
    <dgm:pt modelId="{69C56C9D-4715-4EFF-A6EF-C0AF9F374CD2}" type="pres">
      <dgm:prSet presAssocID="{D1AB4F2D-E5F9-409C-BCDC-2D34ABB8C273}" presName="parSh" presStyleCnt="0"/>
      <dgm:spPr/>
    </dgm:pt>
    <dgm:pt modelId="{3744094A-A97E-4BE7-B19B-379B4531B9BB}" type="pres">
      <dgm:prSet presAssocID="{D1AB4F2D-E5F9-409C-BCDC-2D34ABB8C273}" presName="lineNode" presStyleLbl="alignAccFollowNode1" presStyleIdx="6" presStyleCnt="15"/>
      <dgm:spPr/>
    </dgm:pt>
    <dgm:pt modelId="{074EA81D-827F-4992-8619-977921D2B277}" type="pres">
      <dgm:prSet presAssocID="{D1AB4F2D-E5F9-409C-BCDC-2D34ABB8C273}" presName="lineArrowNode" presStyleLbl="alignAccFollowNode1" presStyleIdx="7" presStyleCnt="15"/>
      <dgm:spPr/>
    </dgm:pt>
    <dgm:pt modelId="{40AE7E0D-4B84-4461-890B-E23F350C5579}" type="pres">
      <dgm:prSet presAssocID="{0233983A-E49D-4EC0-B2B4-62D67046186D}" presName="sibTransNodeCircle" presStyleLbl="alignNode1" presStyleIdx="2" presStyleCnt="5">
        <dgm:presLayoutVars>
          <dgm:chMax val="0"/>
          <dgm:bulletEnabled/>
        </dgm:presLayoutVars>
      </dgm:prSet>
      <dgm:spPr/>
    </dgm:pt>
    <dgm:pt modelId="{9E4C8F01-28CD-4B87-B881-86F8DF3F9A30}" type="pres">
      <dgm:prSet presAssocID="{0233983A-E49D-4EC0-B2B4-62D67046186D}" presName="spacerBetweenCircleAndCallout" presStyleCnt="0">
        <dgm:presLayoutVars/>
      </dgm:prSet>
      <dgm:spPr/>
    </dgm:pt>
    <dgm:pt modelId="{52EEFC5E-A8A8-4EE3-AEA8-3E43EA90FABF}" type="pres">
      <dgm:prSet presAssocID="{D1AB4F2D-E5F9-409C-BCDC-2D34ABB8C273}" presName="nodeText" presStyleLbl="alignAccFollowNode1" presStyleIdx="8" presStyleCnt="15">
        <dgm:presLayoutVars>
          <dgm:bulletEnabled val="1"/>
        </dgm:presLayoutVars>
      </dgm:prSet>
      <dgm:spPr/>
    </dgm:pt>
    <dgm:pt modelId="{90C4B4A0-859D-4FE9-9059-F15A753843BB}" type="pres">
      <dgm:prSet presAssocID="{0233983A-E49D-4EC0-B2B4-62D67046186D}" presName="sibTransComposite" presStyleCnt="0"/>
      <dgm:spPr/>
    </dgm:pt>
    <dgm:pt modelId="{D668F735-58D4-4AE4-9388-1213E65DD032}" type="pres">
      <dgm:prSet presAssocID="{AA3D94F5-2372-40F0-A0C9-AD36F9E1AE04}" presName="compositeNode" presStyleCnt="0"/>
      <dgm:spPr/>
    </dgm:pt>
    <dgm:pt modelId="{D0E1C8DF-A837-4E99-93F1-6E9D6B8E3FB5}" type="pres">
      <dgm:prSet presAssocID="{AA3D94F5-2372-40F0-A0C9-AD36F9E1AE04}" presName="parTx" presStyleLbl="node1" presStyleIdx="0" presStyleCnt="0">
        <dgm:presLayoutVars>
          <dgm:chMax val="0"/>
          <dgm:chPref val="0"/>
          <dgm:bulletEnabled val="1"/>
        </dgm:presLayoutVars>
      </dgm:prSet>
      <dgm:spPr/>
    </dgm:pt>
    <dgm:pt modelId="{DF6BCC04-89E5-42F8-8D7E-A177D9ABAD09}" type="pres">
      <dgm:prSet presAssocID="{AA3D94F5-2372-40F0-A0C9-AD36F9E1AE04}" presName="parSh" presStyleCnt="0"/>
      <dgm:spPr/>
    </dgm:pt>
    <dgm:pt modelId="{647BE7CE-89A4-4F7E-A62E-443610783EE3}" type="pres">
      <dgm:prSet presAssocID="{AA3D94F5-2372-40F0-A0C9-AD36F9E1AE04}" presName="lineNode" presStyleLbl="alignAccFollowNode1" presStyleIdx="9" presStyleCnt="15"/>
      <dgm:spPr/>
    </dgm:pt>
    <dgm:pt modelId="{44A6BD9A-A3B6-4A6B-AD74-516B1DBBEF8C}" type="pres">
      <dgm:prSet presAssocID="{AA3D94F5-2372-40F0-A0C9-AD36F9E1AE04}" presName="lineArrowNode" presStyleLbl="alignAccFollowNode1" presStyleIdx="10" presStyleCnt="15"/>
      <dgm:spPr/>
    </dgm:pt>
    <dgm:pt modelId="{5E2EF7B7-3054-4477-AD43-B05596537675}" type="pres">
      <dgm:prSet presAssocID="{45BBF0ED-B0D2-4265-ABFE-28E9A5EC0CD6}" presName="sibTransNodeCircle" presStyleLbl="alignNode1" presStyleIdx="3" presStyleCnt="5">
        <dgm:presLayoutVars>
          <dgm:chMax val="0"/>
          <dgm:bulletEnabled/>
        </dgm:presLayoutVars>
      </dgm:prSet>
      <dgm:spPr/>
    </dgm:pt>
    <dgm:pt modelId="{DD32DCD7-DAE0-42D1-8566-EE55D9770323}" type="pres">
      <dgm:prSet presAssocID="{45BBF0ED-B0D2-4265-ABFE-28E9A5EC0CD6}" presName="spacerBetweenCircleAndCallout" presStyleCnt="0">
        <dgm:presLayoutVars/>
      </dgm:prSet>
      <dgm:spPr/>
    </dgm:pt>
    <dgm:pt modelId="{5DD64EF1-C1F2-4743-99BD-3CDCACA0B840}" type="pres">
      <dgm:prSet presAssocID="{AA3D94F5-2372-40F0-A0C9-AD36F9E1AE04}" presName="nodeText" presStyleLbl="alignAccFollowNode1" presStyleIdx="11" presStyleCnt="15">
        <dgm:presLayoutVars>
          <dgm:bulletEnabled val="1"/>
        </dgm:presLayoutVars>
      </dgm:prSet>
      <dgm:spPr/>
    </dgm:pt>
    <dgm:pt modelId="{B277FC35-B7AF-4A46-AB01-A87F54BACAAD}" type="pres">
      <dgm:prSet presAssocID="{45BBF0ED-B0D2-4265-ABFE-28E9A5EC0CD6}" presName="sibTransComposite" presStyleCnt="0"/>
      <dgm:spPr/>
    </dgm:pt>
    <dgm:pt modelId="{FCE96C06-D38C-403C-B21E-FF0D787D8390}" type="pres">
      <dgm:prSet presAssocID="{77750B8D-A90E-43B7-98B4-367FFF0D63AA}" presName="compositeNode" presStyleCnt="0"/>
      <dgm:spPr/>
    </dgm:pt>
    <dgm:pt modelId="{8EB1FEEC-9E69-4532-9026-1A84D5F92331}" type="pres">
      <dgm:prSet presAssocID="{77750B8D-A90E-43B7-98B4-367FFF0D63AA}" presName="parTx" presStyleLbl="node1" presStyleIdx="0" presStyleCnt="0">
        <dgm:presLayoutVars>
          <dgm:chMax val="0"/>
          <dgm:chPref val="0"/>
          <dgm:bulletEnabled val="1"/>
        </dgm:presLayoutVars>
      </dgm:prSet>
      <dgm:spPr/>
    </dgm:pt>
    <dgm:pt modelId="{428CA011-C8E0-4BDC-AB5A-90CB98368617}" type="pres">
      <dgm:prSet presAssocID="{77750B8D-A90E-43B7-98B4-367FFF0D63AA}" presName="parSh" presStyleCnt="0"/>
      <dgm:spPr/>
    </dgm:pt>
    <dgm:pt modelId="{B49078A1-4657-4E80-A5DF-B155232F7EE8}" type="pres">
      <dgm:prSet presAssocID="{77750B8D-A90E-43B7-98B4-367FFF0D63AA}" presName="lineNode" presStyleLbl="alignAccFollowNode1" presStyleIdx="12" presStyleCnt="15"/>
      <dgm:spPr/>
    </dgm:pt>
    <dgm:pt modelId="{4187B278-75A1-4192-B839-62AD32C63342}" type="pres">
      <dgm:prSet presAssocID="{77750B8D-A90E-43B7-98B4-367FFF0D63AA}" presName="lineArrowNode" presStyleLbl="alignAccFollowNode1" presStyleIdx="13" presStyleCnt="15"/>
      <dgm:spPr/>
    </dgm:pt>
    <dgm:pt modelId="{B267788D-917D-4F4D-AEA7-49EC55EF0B1A}" type="pres">
      <dgm:prSet presAssocID="{48F1CF04-26F3-4DD0-9AA4-7C339DD28004}" presName="sibTransNodeCircle" presStyleLbl="alignNode1" presStyleIdx="4" presStyleCnt="5">
        <dgm:presLayoutVars>
          <dgm:chMax val="0"/>
          <dgm:bulletEnabled/>
        </dgm:presLayoutVars>
      </dgm:prSet>
      <dgm:spPr/>
    </dgm:pt>
    <dgm:pt modelId="{8294D1BE-404B-4C88-A20A-CAA10A51DC9A}" type="pres">
      <dgm:prSet presAssocID="{48F1CF04-26F3-4DD0-9AA4-7C339DD28004}" presName="spacerBetweenCircleAndCallout" presStyleCnt="0">
        <dgm:presLayoutVars/>
      </dgm:prSet>
      <dgm:spPr/>
    </dgm:pt>
    <dgm:pt modelId="{9BF8A5BF-B9AF-4C01-81B8-D34589BD7639}" type="pres">
      <dgm:prSet presAssocID="{77750B8D-A90E-43B7-98B4-367FFF0D63AA}" presName="nodeText" presStyleLbl="alignAccFollowNode1" presStyleIdx="14" presStyleCnt="15">
        <dgm:presLayoutVars>
          <dgm:bulletEnabled val="1"/>
        </dgm:presLayoutVars>
      </dgm:prSet>
      <dgm:spPr/>
    </dgm:pt>
  </dgm:ptLst>
  <dgm:cxnLst>
    <dgm:cxn modelId="{AB66DA23-65BD-4F98-8A15-02A98C8C04C1}" type="presOf" srcId="{DA88C6AB-F3AC-4CF3-A804-05F6C3BDCC65}" destId="{BF0A3530-1E4F-4A51-993C-E7B4ADABBB6E}" srcOrd="0" destOrd="0" presId="urn:microsoft.com/office/officeart/2016/7/layout/LinearArrowProcessNumbered"/>
    <dgm:cxn modelId="{04000026-D366-45CE-A96C-F860C2AF0184}" srcId="{E28B75D5-93B2-453E-A9D8-1C9BE694E08D}" destId="{AA3D94F5-2372-40F0-A0C9-AD36F9E1AE04}" srcOrd="3" destOrd="0" parTransId="{C3728901-40C0-4605-A41D-B9D3DC0156E5}" sibTransId="{45BBF0ED-B0D2-4265-ABFE-28E9A5EC0CD6}"/>
    <dgm:cxn modelId="{7F675533-BDFA-44E7-BA84-7134B13C1348}" type="presOf" srcId="{D1AB4F2D-E5F9-409C-BCDC-2D34ABB8C273}" destId="{52EEFC5E-A8A8-4EE3-AEA8-3E43EA90FABF}" srcOrd="0" destOrd="0" presId="urn:microsoft.com/office/officeart/2016/7/layout/LinearArrowProcessNumbered"/>
    <dgm:cxn modelId="{47FDA43E-9327-4B20-AEFF-E404B3F63CF6}" type="presOf" srcId="{E28B75D5-93B2-453E-A9D8-1C9BE694E08D}" destId="{AA6F4F4B-FE04-44B5-B36A-D53A6B2D521C}" srcOrd="0" destOrd="0" presId="urn:microsoft.com/office/officeart/2016/7/layout/LinearArrowProcessNumbered"/>
    <dgm:cxn modelId="{5CEBFF51-6B16-46E7-ABF2-10F5C879044F}" srcId="{E28B75D5-93B2-453E-A9D8-1C9BE694E08D}" destId="{7F72B83D-CDD7-45D7-90FB-DF525920272C}" srcOrd="1" destOrd="0" parTransId="{5746251F-A4D3-4C7E-B14A-227CDC054431}" sibTransId="{87584B60-8AC7-486D-BEB1-91DE25B16989}"/>
    <dgm:cxn modelId="{B66E3C52-F1DC-4A66-A834-3E605B3BE9F8}" type="presOf" srcId="{45BBF0ED-B0D2-4265-ABFE-28E9A5EC0CD6}" destId="{5E2EF7B7-3054-4477-AD43-B05596537675}" srcOrd="0" destOrd="0" presId="urn:microsoft.com/office/officeart/2016/7/layout/LinearArrowProcessNumbered"/>
    <dgm:cxn modelId="{11F4D559-4F7A-4E1A-9734-02A67C8B0F0C}" type="presOf" srcId="{AA3D94F5-2372-40F0-A0C9-AD36F9E1AE04}" destId="{5DD64EF1-C1F2-4743-99BD-3CDCACA0B840}" srcOrd="0" destOrd="0" presId="urn:microsoft.com/office/officeart/2016/7/layout/LinearArrowProcessNumbered"/>
    <dgm:cxn modelId="{8F30D888-985D-4B66-9A18-67A504A99F1A}" type="presOf" srcId="{77750B8D-A90E-43B7-98B4-367FFF0D63AA}" destId="{9BF8A5BF-B9AF-4C01-81B8-D34589BD7639}" srcOrd="0" destOrd="0" presId="urn:microsoft.com/office/officeart/2016/7/layout/LinearArrowProcessNumbered"/>
    <dgm:cxn modelId="{FB52BFB3-8349-474F-9A2D-D1D7818B363A}" srcId="{E28B75D5-93B2-453E-A9D8-1C9BE694E08D}" destId="{77750B8D-A90E-43B7-98B4-367FFF0D63AA}" srcOrd="4" destOrd="0" parTransId="{75331063-15A2-49E9-8C5D-87A9B0B5F9A6}" sibTransId="{48F1CF04-26F3-4DD0-9AA4-7C339DD28004}"/>
    <dgm:cxn modelId="{8F5BAEBF-57B7-42BD-AE39-7FD5475CEBBE}" type="presOf" srcId="{48F1CF04-26F3-4DD0-9AA4-7C339DD28004}" destId="{B267788D-917D-4F4D-AEA7-49EC55EF0B1A}" srcOrd="0" destOrd="0" presId="urn:microsoft.com/office/officeart/2016/7/layout/LinearArrowProcessNumbered"/>
    <dgm:cxn modelId="{1C6849D1-1036-4618-A863-686BD1868939}" type="presOf" srcId="{0233983A-E49D-4EC0-B2B4-62D67046186D}" destId="{40AE7E0D-4B84-4461-890B-E23F350C5579}" srcOrd="0" destOrd="0" presId="urn:microsoft.com/office/officeart/2016/7/layout/LinearArrowProcessNumbered"/>
    <dgm:cxn modelId="{DC8C5AD6-283F-4DB6-A1CA-47D2F1374BDD}" srcId="{E28B75D5-93B2-453E-A9D8-1C9BE694E08D}" destId="{16837CF4-4027-4CF0-A4EC-782602A38C38}" srcOrd="0" destOrd="0" parTransId="{9A15F063-B7C7-4C5B-AAB1-10815D260015}" sibTransId="{DA88C6AB-F3AC-4CF3-A804-05F6C3BDCC65}"/>
    <dgm:cxn modelId="{447FC7F0-5CE8-46DE-83F4-A6DCA76FCCA6}" type="presOf" srcId="{87584B60-8AC7-486D-BEB1-91DE25B16989}" destId="{235968A7-82C1-4622-B450-2E75E0406A8B}" srcOrd="0" destOrd="0" presId="urn:microsoft.com/office/officeart/2016/7/layout/LinearArrowProcessNumbered"/>
    <dgm:cxn modelId="{9C7BEEFB-5380-4E6A-A87F-30CD6E3DB64F}" srcId="{E28B75D5-93B2-453E-A9D8-1C9BE694E08D}" destId="{D1AB4F2D-E5F9-409C-BCDC-2D34ABB8C273}" srcOrd="2" destOrd="0" parTransId="{D73E7CBE-198E-4168-89BC-06E978A11E07}" sibTransId="{0233983A-E49D-4EC0-B2B4-62D67046186D}"/>
    <dgm:cxn modelId="{DAE490FF-E8E0-4D36-B42B-331545845EB2}" type="presOf" srcId="{16837CF4-4027-4CF0-A4EC-782602A38C38}" destId="{C1E53387-1EFC-4596-B070-500F5AD6212B}" srcOrd="0" destOrd="0" presId="urn:microsoft.com/office/officeart/2016/7/layout/LinearArrowProcessNumbered"/>
    <dgm:cxn modelId="{DD8BA0FF-2D7C-4DDA-9F38-F1B9FC197945}" type="presOf" srcId="{7F72B83D-CDD7-45D7-90FB-DF525920272C}" destId="{AF7C3826-9ED8-48B7-A36F-7C9AEB82021C}" srcOrd="0" destOrd="0" presId="urn:microsoft.com/office/officeart/2016/7/layout/LinearArrowProcessNumbered"/>
    <dgm:cxn modelId="{CCC9A723-317A-4C49-8F37-D9EFC3BC491F}" type="presParOf" srcId="{AA6F4F4B-FE04-44B5-B36A-D53A6B2D521C}" destId="{EA4679FE-D9E5-4B28-B446-C0A153A17582}" srcOrd="0" destOrd="0" presId="urn:microsoft.com/office/officeart/2016/7/layout/LinearArrowProcessNumbered"/>
    <dgm:cxn modelId="{6B2D1B61-9963-4D7B-902F-BBFB253265A2}" type="presParOf" srcId="{EA4679FE-D9E5-4B28-B446-C0A153A17582}" destId="{F60F2FF1-1F8D-4F62-B7BD-E421E90A2555}" srcOrd="0" destOrd="0" presId="urn:microsoft.com/office/officeart/2016/7/layout/LinearArrowProcessNumbered"/>
    <dgm:cxn modelId="{E1741299-CEC1-4D18-8B6C-352A7151AA5D}" type="presParOf" srcId="{EA4679FE-D9E5-4B28-B446-C0A153A17582}" destId="{73D330C9-074A-4A04-8804-64C06F96121D}" srcOrd="1" destOrd="0" presId="urn:microsoft.com/office/officeart/2016/7/layout/LinearArrowProcessNumbered"/>
    <dgm:cxn modelId="{35EAE592-20D7-4098-8428-231AE345B4DC}" type="presParOf" srcId="{73D330C9-074A-4A04-8804-64C06F96121D}" destId="{2030C7D3-402D-437B-9A74-BD51B2D10803}" srcOrd="0" destOrd="0" presId="urn:microsoft.com/office/officeart/2016/7/layout/LinearArrowProcessNumbered"/>
    <dgm:cxn modelId="{86167B04-5D25-4F7F-90CA-E732A5A35C05}" type="presParOf" srcId="{73D330C9-074A-4A04-8804-64C06F96121D}" destId="{13C1DD8E-CC15-4A8C-8AE8-62115728EC58}" srcOrd="1" destOrd="0" presId="urn:microsoft.com/office/officeart/2016/7/layout/LinearArrowProcessNumbered"/>
    <dgm:cxn modelId="{AAC04A76-3E4B-4A00-AE01-F4E47FB04359}" type="presParOf" srcId="{73D330C9-074A-4A04-8804-64C06F96121D}" destId="{BF0A3530-1E4F-4A51-993C-E7B4ADABBB6E}" srcOrd="2" destOrd="0" presId="urn:microsoft.com/office/officeart/2016/7/layout/LinearArrowProcessNumbered"/>
    <dgm:cxn modelId="{68955D8E-70B8-4543-8CA7-BC54979D012A}" type="presParOf" srcId="{73D330C9-074A-4A04-8804-64C06F96121D}" destId="{57FC4328-ED89-43F0-BBCB-4F5FBD55B3F0}" srcOrd="3" destOrd="0" presId="urn:microsoft.com/office/officeart/2016/7/layout/LinearArrowProcessNumbered"/>
    <dgm:cxn modelId="{85E71D44-E749-4940-8908-13FDC150B1A0}" type="presParOf" srcId="{EA4679FE-D9E5-4B28-B446-C0A153A17582}" destId="{C1E53387-1EFC-4596-B070-500F5AD6212B}" srcOrd="2" destOrd="0" presId="urn:microsoft.com/office/officeart/2016/7/layout/LinearArrowProcessNumbered"/>
    <dgm:cxn modelId="{7E5CBCF2-14A5-489A-B6E7-46CFE6B988E7}" type="presParOf" srcId="{AA6F4F4B-FE04-44B5-B36A-D53A6B2D521C}" destId="{573CC01E-6A0E-4D50-9176-5D62F9CE8031}" srcOrd="1" destOrd="0" presId="urn:microsoft.com/office/officeart/2016/7/layout/LinearArrowProcessNumbered"/>
    <dgm:cxn modelId="{33E1EA48-9488-49D6-BAE2-F953DB443B95}" type="presParOf" srcId="{AA6F4F4B-FE04-44B5-B36A-D53A6B2D521C}" destId="{5230B59D-061C-4661-94EE-7F8A97779865}" srcOrd="2" destOrd="0" presId="urn:microsoft.com/office/officeart/2016/7/layout/LinearArrowProcessNumbered"/>
    <dgm:cxn modelId="{550FA8F7-CADC-43EA-9A51-FB17113C7497}" type="presParOf" srcId="{5230B59D-061C-4661-94EE-7F8A97779865}" destId="{3A83CBDA-58F8-44A9-A072-406CF3EB09E2}" srcOrd="0" destOrd="0" presId="urn:microsoft.com/office/officeart/2016/7/layout/LinearArrowProcessNumbered"/>
    <dgm:cxn modelId="{6855F021-DB7E-489E-83C1-1C7ACE64913A}" type="presParOf" srcId="{5230B59D-061C-4661-94EE-7F8A97779865}" destId="{2AB7643E-72D5-4D96-A538-7D20AFA02F53}" srcOrd="1" destOrd="0" presId="urn:microsoft.com/office/officeart/2016/7/layout/LinearArrowProcessNumbered"/>
    <dgm:cxn modelId="{47A27C06-94B7-4807-8AD3-0BE4277BF9CC}" type="presParOf" srcId="{2AB7643E-72D5-4D96-A538-7D20AFA02F53}" destId="{00565037-A397-4B0A-A467-ADEA1F2635A7}" srcOrd="0" destOrd="0" presId="urn:microsoft.com/office/officeart/2016/7/layout/LinearArrowProcessNumbered"/>
    <dgm:cxn modelId="{7340D448-7975-4433-864A-89F3BB3D2B00}" type="presParOf" srcId="{2AB7643E-72D5-4D96-A538-7D20AFA02F53}" destId="{FB222A92-D7FA-4D7F-894C-75151A50D973}" srcOrd="1" destOrd="0" presId="urn:microsoft.com/office/officeart/2016/7/layout/LinearArrowProcessNumbered"/>
    <dgm:cxn modelId="{9797CE88-91C6-40FB-8539-34FD4694D20F}" type="presParOf" srcId="{2AB7643E-72D5-4D96-A538-7D20AFA02F53}" destId="{235968A7-82C1-4622-B450-2E75E0406A8B}" srcOrd="2" destOrd="0" presId="urn:microsoft.com/office/officeart/2016/7/layout/LinearArrowProcessNumbered"/>
    <dgm:cxn modelId="{22909173-A057-48A6-A23A-241F3A9A30E1}" type="presParOf" srcId="{2AB7643E-72D5-4D96-A538-7D20AFA02F53}" destId="{15484938-15D7-4F6E-8C57-3023721DC2BD}" srcOrd="3" destOrd="0" presId="urn:microsoft.com/office/officeart/2016/7/layout/LinearArrowProcessNumbered"/>
    <dgm:cxn modelId="{010B7FFC-3EE3-4A29-9E20-E34738A32E33}" type="presParOf" srcId="{5230B59D-061C-4661-94EE-7F8A97779865}" destId="{AF7C3826-9ED8-48B7-A36F-7C9AEB82021C}" srcOrd="2" destOrd="0" presId="urn:microsoft.com/office/officeart/2016/7/layout/LinearArrowProcessNumbered"/>
    <dgm:cxn modelId="{08B6865D-1AF4-4597-A1D7-8541A962DD33}" type="presParOf" srcId="{AA6F4F4B-FE04-44B5-B36A-D53A6B2D521C}" destId="{6C392509-4589-4F09-BE0C-167D7483056A}" srcOrd="3" destOrd="0" presId="urn:microsoft.com/office/officeart/2016/7/layout/LinearArrowProcessNumbered"/>
    <dgm:cxn modelId="{2E4DC8DF-E57E-4802-BDA4-82B5C8DDF1D9}" type="presParOf" srcId="{AA6F4F4B-FE04-44B5-B36A-D53A6B2D521C}" destId="{4D86F4FC-8E53-4E67-830F-E4EEB51AC0F8}" srcOrd="4" destOrd="0" presId="urn:microsoft.com/office/officeart/2016/7/layout/LinearArrowProcessNumbered"/>
    <dgm:cxn modelId="{1AE873CD-6335-485A-AEB2-6C45B5A49098}" type="presParOf" srcId="{4D86F4FC-8E53-4E67-830F-E4EEB51AC0F8}" destId="{B64A9E6B-3F9E-43E0-8A05-1720304FD1AF}" srcOrd="0" destOrd="0" presId="urn:microsoft.com/office/officeart/2016/7/layout/LinearArrowProcessNumbered"/>
    <dgm:cxn modelId="{494A3539-972F-4B68-9E27-C43A17E739F2}" type="presParOf" srcId="{4D86F4FC-8E53-4E67-830F-E4EEB51AC0F8}" destId="{69C56C9D-4715-4EFF-A6EF-C0AF9F374CD2}" srcOrd="1" destOrd="0" presId="urn:microsoft.com/office/officeart/2016/7/layout/LinearArrowProcessNumbered"/>
    <dgm:cxn modelId="{1DBE3A09-D72B-4265-ACD5-B29646AD7CDB}" type="presParOf" srcId="{69C56C9D-4715-4EFF-A6EF-C0AF9F374CD2}" destId="{3744094A-A97E-4BE7-B19B-379B4531B9BB}" srcOrd="0" destOrd="0" presId="urn:microsoft.com/office/officeart/2016/7/layout/LinearArrowProcessNumbered"/>
    <dgm:cxn modelId="{E837AF9D-BE87-4BE3-A8CB-FF0C2ED7C000}" type="presParOf" srcId="{69C56C9D-4715-4EFF-A6EF-C0AF9F374CD2}" destId="{074EA81D-827F-4992-8619-977921D2B277}" srcOrd="1" destOrd="0" presId="urn:microsoft.com/office/officeart/2016/7/layout/LinearArrowProcessNumbered"/>
    <dgm:cxn modelId="{889F8927-F854-4045-BD70-8345906A6DF6}" type="presParOf" srcId="{69C56C9D-4715-4EFF-A6EF-C0AF9F374CD2}" destId="{40AE7E0D-4B84-4461-890B-E23F350C5579}" srcOrd="2" destOrd="0" presId="urn:microsoft.com/office/officeart/2016/7/layout/LinearArrowProcessNumbered"/>
    <dgm:cxn modelId="{AB42B721-2915-4C78-987E-EA7A4D1B5494}" type="presParOf" srcId="{69C56C9D-4715-4EFF-A6EF-C0AF9F374CD2}" destId="{9E4C8F01-28CD-4B87-B881-86F8DF3F9A30}" srcOrd="3" destOrd="0" presId="urn:microsoft.com/office/officeart/2016/7/layout/LinearArrowProcessNumbered"/>
    <dgm:cxn modelId="{1CD9DE90-3AF4-4EE7-B527-E3C239BF3296}" type="presParOf" srcId="{4D86F4FC-8E53-4E67-830F-E4EEB51AC0F8}" destId="{52EEFC5E-A8A8-4EE3-AEA8-3E43EA90FABF}" srcOrd="2" destOrd="0" presId="urn:microsoft.com/office/officeart/2016/7/layout/LinearArrowProcessNumbered"/>
    <dgm:cxn modelId="{A5A59221-98DC-4103-A025-67E175F87115}" type="presParOf" srcId="{AA6F4F4B-FE04-44B5-B36A-D53A6B2D521C}" destId="{90C4B4A0-859D-4FE9-9059-F15A753843BB}" srcOrd="5" destOrd="0" presId="urn:microsoft.com/office/officeart/2016/7/layout/LinearArrowProcessNumbered"/>
    <dgm:cxn modelId="{7D68E700-6585-4198-8BF7-19E5C7DCDC40}" type="presParOf" srcId="{AA6F4F4B-FE04-44B5-B36A-D53A6B2D521C}" destId="{D668F735-58D4-4AE4-9388-1213E65DD032}" srcOrd="6" destOrd="0" presId="urn:microsoft.com/office/officeart/2016/7/layout/LinearArrowProcessNumbered"/>
    <dgm:cxn modelId="{266618E8-38C3-4344-B779-E64912448192}" type="presParOf" srcId="{D668F735-58D4-4AE4-9388-1213E65DD032}" destId="{D0E1C8DF-A837-4E99-93F1-6E9D6B8E3FB5}" srcOrd="0" destOrd="0" presId="urn:microsoft.com/office/officeart/2016/7/layout/LinearArrowProcessNumbered"/>
    <dgm:cxn modelId="{A346CA88-156A-4661-A8AC-C70E4BBFA98B}" type="presParOf" srcId="{D668F735-58D4-4AE4-9388-1213E65DD032}" destId="{DF6BCC04-89E5-42F8-8D7E-A177D9ABAD09}" srcOrd="1" destOrd="0" presId="urn:microsoft.com/office/officeart/2016/7/layout/LinearArrowProcessNumbered"/>
    <dgm:cxn modelId="{6D09C56A-19E5-467F-B979-5C1BC51F808A}" type="presParOf" srcId="{DF6BCC04-89E5-42F8-8D7E-A177D9ABAD09}" destId="{647BE7CE-89A4-4F7E-A62E-443610783EE3}" srcOrd="0" destOrd="0" presId="urn:microsoft.com/office/officeart/2016/7/layout/LinearArrowProcessNumbered"/>
    <dgm:cxn modelId="{20E9EAED-765A-41A0-BADA-0ABF63B6BABB}" type="presParOf" srcId="{DF6BCC04-89E5-42F8-8D7E-A177D9ABAD09}" destId="{44A6BD9A-A3B6-4A6B-AD74-516B1DBBEF8C}" srcOrd="1" destOrd="0" presId="urn:microsoft.com/office/officeart/2016/7/layout/LinearArrowProcessNumbered"/>
    <dgm:cxn modelId="{CA630515-F40C-4EDC-BFFA-291A2567101E}" type="presParOf" srcId="{DF6BCC04-89E5-42F8-8D7E-A177D9ABAD09}" destId="{5E2EF7B7-3054-4477-AD43-B05596537675}" srcOrd="2" destOrd="0" presId="urn:microsoft.com/office/officeart/2016/7/layout/LinearArrowProcessNumbered"/>
    <dgm:cxn modelId="{4A1FA439-0403-45F4-A4E1-0A3C1ADA8B5A}" type="presParOf" srcId="{DF6BCC04-89E5-42F8-8D7E-A177D9ABAD09}" destId="{DD32DCD7-DAE0-42D1-8566-EE55D9770323}" srcOrd="3" destOrd="0" presId="urn:microsoft.com/office/officeart/2016/7/layout/LinearArrowProcessNumbered"/>
    <dgm:cxn modelId="{D770B3AB-C9A6-437A-8C0A-549BD659009F}" type="presParOf" srcId="{D668F735-58D4-4AE4-9388-1213E65DD032}" destId="{5DD64EF1-C1F2-4743-99BD-3CDCACA0B840}" srcOrd="2" destOrd="0" presId="urn:microsoft.com/office/officeart/2016/7/layout/LinearArrowProcessNumbered"/>
    <dgm:cxn modelId="{31E54890-9828-4B8A-86AA-BFEC49F7B460}" type="presParOf" srcId="{AA6F4F4B-FE04-44B5-B36A-D53A6B2D521C}" destId="{B277FC35-B7AF-4A46-AB01-A87F54BACAAD}" srcOrd="7" destOrd="0" presId="urn:microsoft.com/office/officeart/2016/7/layout/LinearArrowProcessNumbered"/>
    <dgm:cxn modelId="{BC81ACD7-E69D-495D-9152-A9955B514EAC}" type="presParOf" srcId="{AA6F4F4B-FE04-44B5-B36A-D53A6B2D521C}" destId="{FCE96C06-D38C-403C-B21E-FF0D787D8390}" srcOrd="8" destOrd="0" presId="urn:microsoft.com/office/officeart/2016/7/layout/LinearArrowProcessNumbered"/>
    <dgm:cxn modelId="{E3A44346-FE10-405D-B9D3-678BBAB8CDD3}" type="presParOf" srcId="{FCE96C06-D38C-403C-B21E-FF0D787D8390}" destId="{8EB1FEEC-9E69-4532-9026-1A84D5F92331}" srcOrd="0" destOrd="0" presId="urn:microsoft.com/office/officeart/2016/7/layout/LinearArrowProcessNumbered"/>
    <dgm:cxn modelId="{A71B9F5A-DF7D-4B8F-9870-A2D57554458F}" type="presParOf" srcId="{FCE96C06-D38C-403C-B21E-FF0D787D8390}" destId="{428CA011-C8E0-4BDC-AB5A-90CB98368617}" srcOrd="1" destOrd="0" presId="urn:microsoft.com/office/officeart/2016/7/layout/LinearArrowProcessNumbered"/>
    <dgm:cxn modelId="{999B6A40-FADC-4EEA-8194-C958419E097D}" type="presParOf" srcId="{428CA011-C8E0-4BDC-AB5A-90CB98368617}" destId="{B49078A1-4657-4E80-A5DF-B155232F7EE8}" srcOrd="0" destOrd="0" presId="urn:microsoft.com/office/officeart/2016/7/layout/LinearArrowProcessNumbered"/>
    <dgm:cxn modelId="{1F6C18BF-2BA5-4DE7-900B-EC33698B2633}" type="presParOf" srcId="{428CA011-C8E0-4BDC-AB5A-90CB98368617}" destId="{4187B278-75A1-4192-B839-62AD32C63342}" srcOrd="1" destOrd="0" presId="urn:microsoft.com/office/officeart/2016/7/layout/LinearArrowProcessNumbered"/>
    <dgm:cxn modelId="{35CF6350-C7EC-42D0-BA68-20123BC7B76D}" type="presParOf" srcId="{428CA011-C8E0-4BDC-AB5A-90CB98368617}" destId="{B267788D-917D-4F4D-AEA7-49EC55EF0B1A}" srcOrd="2" destOrd="0" presId="urn:microsoft.com/office/officeart/2016/7/layout/LinearArrowProcessNumbered"/>
    <dgm:cxn modelId="{7D8FA9B4-D74A-4D19-9580-8225C89003E6}" type="presParOf" srcId="{428CA011-C8E0-4BDC-AB5A-90CB98368617}" destId="{8294D1BE-404B-4C88-A20A-CAA10A51DC9A}" srcOrd="3" destOrd="0" presId="urn:microsoft.com/office/officeart/2016/7/layout/LinearArrowProcessNumbered"/>
    <dgm:cxn modelId="{88E0A622-06E6-4D18-A8E1-AF436FF3C5C8}" type="presParOf" srcId="{FCE96C06-D38C-403C-B21E-FF0D787D8390}" destId="{9BF8A5BF-B9AF-4C01-81B8-D34589BD7639}" srcOrd="2" destOrd="0" presId="urn:microsoft.com/office/officeart/2016/7/layout/LinearArrowProcessNumbered"/>
  </dgm:cxnLst>
  <dgm:bg/>
  <dgm:whole/>
  <dgm:extLst>
    <a:ext uri="http://schemas.microsoft.com/office/drawing/2008/diagram">
      <dsp:dataModelExt xmlns:dsp="http://schemas.microsoft.com/office/drawing/2008/diagram" relId="rId9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F362CE3C-71C7-49CA-B750-8F4EE3E02B84}" type="doc">
      <dgm:prSet loTypeId="urn:microsoft.com/office/officeart/2016/7/layout/LinearBlockProcessNumbered" loCatId="process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5ABCF790-2D15-48FB-9531-B784DF96AE47}">
      <dgm:prSet/>
      <dgm:spPr/>
      <dgm:t>
        <a:bodyPr/>
        <a:lstStyle/>
        <a:p>
          <a:r>
            <a:rPr lang="en-US" b="0" i="0" baseline="0"/>
            <a:t>ConversationBufferMemory</a:t>
          </a:r>
          <a:endParaRPr lang="en-US"/>
        </a:p>
      </dgm:t>
    </dgm:pt>
    <dgm:pt modelId="{F3EB0C68-423B-467E-9F74-8316734C44AE}" type="parTrans" cxnId="{579DAC1F-FBC0-4769-B36B-AA1E298234A6}">
      <dgm:prSet/>
      <dgm:spPr/>
      <dgm:t>
        <a:bodyPr/>
        <a:lstStyle/>
        <a:p>
          <a:endParaRPr lang="en-US"/>
        </a:p>
      </dgm:t>
    </dgm:pt>
    <dgm:pt modelId="{C4F135F5-934A-45C6-88CB-A59F83BD1798}" type="sibTrans" cxnId="{579DAC1F-FBC0-4769-B36B-AA1E298234A6}">
      <dgm:prSet phldrT="01" phldr="0"/>
      <dgm:spPr/>
      <dgm:t>
        <a:bodyPr/>
        <a:lstStyle/>
        <a:p>
          <a:r>
            <a:rPr lang="en-US"/>
            <a:t>01</a:t>
          </a:r>
        </a:p>
      </dgm:t>
    </dgm:pt>
    <dgm:pt modelId="{E06F1D7E-A2AB-4CB3-8AF1-02EEE52C5404}">
      <dgm:prSet/>
      <dgm:spPr/>
      <dgm:t>
        <a:bodyPr/>
        <a:lstStyle/>
        <a:p>
          <a:r>
            <a:rPr lang="en-US" b="0" i="0" baseline="0"/>
            <a:t>ConversationSummaryMemory</a:t>
          </a:r>
          <a:endParaRPr lang="en-US"/>
        </a:p>
      </dgm:t>
    </dgm:pt>
    <dgm:pt modelId="{209B5842-EE87-402A-8B5C-444F26C7B717}" type="parTrans" cxnId="{E4D220ED-2692-4737-8E3A-DBF792DA3521}">
      <dgm:prSet/>
      <dgm:spPr/>
      <dgm:t>
        <a:bodyPr/>
        <a:lstStyle/>
        <a:p>
          <a:endParaRPr lang="en-US"/>
        </a:p>
      </dgm:t>
    </dgm:pt>
    <dgm:pt modelId="{9573541B-F542-4AD8-95AB-E30125E2F9D9}" type="sibTrans" cxnId="{E4D220ED-2692-4737-8E3A-DBF792DA3521}">
      <dgm:prSet phldrT="02" phldr="0"/>
      <dgm:spPr/>
      <dgm:t>
        <a:bodyPr/>
        <a:lstStyle/>
        <a:p>
          <a:r>
            <a:rPr lang="en-US"/>
            <a:t>02</a:t>
          </a:r>
        </a:p>
      </dgm:t>
    </dgm:pt>
    <dgm:pt modelId="{5486CDA8-A6F9-4343-9506-F6E574264EF7}">
      <dgm:prSet/>
      <dgm:spPr/>
      <dgm:t>
        <a:bodyPr/>
        <a:lstStyle/>
        <a:p>
          <a:r>
            <a:rPr lang="en-US" b="0" i="0" baseline="0"/>
            <a:t>ConversationBufferWindowMemory</a:t>
          </a:r>
          <a:endParaRPr lang="en-US"/>
        </a:p>
      </dgm:t>
    </dgm:pt>
    <dgm:pt modelId="{CFC4BBA0-B7EF-4E63-B8D2-15C9076A3721}" type="parTrans" cxnId="{F8B983D2-E39B-4252-980B-80768B26BA07}">
      <dgm:prSet/>
      <dgm:spPr/>
      <dgm:t>
        <a:bodyPr/>
        <a:lstStyle/>
        <a:p>
          <a:endParaRPr lang="en-US"/>
        </a:p>
      </dgm:t>
    </dgm:pt>
    <dgm:pt modelId="{D056141A-BC83-4C71-B761-B152E79D50DE}" type="sibTrans" cxnId="{F8B983D2-E39B-4252-980B-80768B26BA07}">
      <dgm:prSet phldrT="03" phldr="0"/>
      <dgm:spPr/>
      <dgm:t>
        <a:bodyPr/>
        <a:lstStyle/>
        <a:p>
          <a:r>
            <a:rPr lang="en-US"/>
            <a:t>03</a:t>
          </a:r>
        </a:p>
      </dgm:t>
    </dgm:pt>
    <dgm:pt modelId="{6BA58A36-5BAD-457F-AB31-49CA653C29E1}" type="pres">
      <dgm:prSet presAssocID="{F362CE3C-71C7-49CA-B750-8F4EE3E02B84}" presName="Name0" presStyleCnt="0">
        <dgm:presLayoutVars>
          <dgm:animLvl val="lvl"/>
          <dgm:resizeHandles val="exact"/>
        </dgm:presLayoutVars>
      </dgm:prSet>
      <dgm:spPr/>
    </dgm:pt>
    <dgm:pt modelId="{5B2BF0AE-58C0-4A44-9981-CD7B4C0311CA}" type="pres">
      <dgm:prSet presAssocID="{5ABCF790-2D15-48FB-9531-B784DF96AE47}" presName="compositeNode" presStyleCnt="0">
        <dgm:presLayoutVars>
          <dgm:bulletEnabled val="1"/>
        </dgm:presLayoutVars>
      </dgm:prSet>
      <dgm:spPr/>
    </dgm:pt>
    <dgm:pt modelId="{272C12D4-91CF-4317-B1E7-D18DEFFF3189}" type="pres">
      <dgm:prSet presAssocID="{5ABCF790-2D15-48FB-9531-B784DF96AE47}" presName="bgRect" presStyleLbl="alignNode1" presStyleIdx="0" presStyleCnt="3"/>
      <dgm:spPr/>
    </dgm:pt>
    <dgm:pt modelId="{E12B7C42-4A07-4D00-8C1E-CF6AE91C4866}" type="pres">
      <dgm:prSet presAssocID="{C4F135F5-934A-45C6-88CB-A59F83BD1798}" presName="sibTransNodeRect" presStyleLbl="alignNode1" presStyleIdx="0" presStyleCnt="3">
        <dgm:presLayoutVars>
          <dgm:chMax val="0"/>
          <dgm:bulletEnabled val="1"/>
        </dgm:presLayoutVars>
      </dgm:prSet>
      <dgm:spPr/>
    </dgm:pt>
    <dgm:pt modelId="{796C554F-CABC-4B5E-87A0-054033B72E0D}" type="pres">
      <dgm:prSet presAssocID="{5ABCF790-2D15-48FB-9531-B784DF96AE47}" presName="nodeRect" presStyleLbl="alignNode1" presStyleIdx="0" presStyleCnt="3">
        <dgm:presLayoutVars>
          <dgm:bulletEnabled val="1"/>
        </dgm:presLayoutVars>
      </dgm:prSet>
      <dgm:spPr/>
    </dgm:pt>
    <dgm:pt modelId="{60350D1C-5C6F-4148-9306-D400A51EA752}" type="pres">
      <dgm:prSet presAssocID="{C4F135F5-934A-45C6-88CB-A59F83BD1798}" presName="sibTrans" presStyleCnt="0"/>
      <dgm:spPr/>
    </dgm:pt>
    <dgm:pt modelId="{F81B3396-2979-489C-8A2A-B569ABDFAFF8}" type="pres">
      <dgm:prSet presAssocID="{E06F1D7E-A2AB-4CB3-8AF1-02EEE52C5404}" presName="compositeNode" presStyleCnt="0">
        <dgm:presLayoutVars>
          <dgm:bulletEnabled val="1"/>
        </dgm:presLayoutVars>
      </dgm:prSet>
      <dgm:spPr/>
    </dgm:pt>
    <dgm:pt modelId="{8A83DDF2-38A5-412E-97E6-B82AA5DBCADE}" type="pres">
      <dgm:prSet presAssocID="{E06F1D7E-A2AB-4CB3-8AF1-02EEE52C5404}" presName="bgRect" presStyleLbl="alignNode1" presStyleIdx="1" presStyleCnt="3"/>
      <dgm:spPr/>
    </dgm:pt>
    <dgm:pt modelId="{7D05002B-01C6-4520-91CC-621102DE2AAB}" type="pres">
      <dgm:prSet presAssocID="{9573541B-F542-4AD8-95AB-E30125E2F9D9}" presName="sibTransNodeRect" presStyleLbl="alignNode1" presStyleIdx="1" presStyleCnt="3">
        <dgm:presLayoutVars>
          <dgm:chMax val="0"/>
          <dgm:bulletEnabled val="1"/>
        </dgm:presLayoutVars>
      </dgm:prSet>
      <dgm:spPr/>
    </dgm:pt>
    <dgm:pt modelId="{344710DC-08DF-4032-8D94-1DC92C20A1AC}" type="pres">
      <dgm:prSet presAssocID="{E06F1D7E-A2AB-4CB3-8AF1-02EEE52C5404}" presName="nodeRect" presStyleLbl="alignNode1" presStyleIdx="1" presStyleCnt="3">
        <dgm:presLayoutVars>
          <dgm:bulletEnabled val="1"/>
        </dgm:presLayoutVars>
      </dgm:prSet>
      <dgm:spPr/>
    </dgm:pt>
    <dgm:pt modelId="{61E81C7A-8002-4307-86CE-F42B2381F84F}" type="pres">
      <dgm:prSet presAssocID="{9573541B-F542-4AD8-95AB-E30125E2F9D9}" presName="sibTrans" presStyleCnt="0"/>
      <dgm:spPr/>
    </dgm:pt>
    <dgm:pt modelId="{FAF9EC6E-450E-470C-B951-168B7FDA99E7}" type="pres">
      <dgm:prSet presAssocID="{5486CDA8-A6F9-4343-9506-F6E574264EF7}" presName="compositeNode" presStyleCnt="0">
        <dgm:presLayoutVars>
          <dgm:bulletEnabled val="1"/>
        </dgm:presLayoutVars>
      </dgm:prSet>
      <dgm:spPr/>
    </dgm:pt>
    <dgm:pt modelId="{9DA0F688-0A71-4A50-AE6E-C95A42F9B92C}" type="pres">
      <dgm:prSet presAssocID="{5486CDA8-A6F9-4343-9506-F6E574264EF7}" presName="bgRect" presStyleLbl="alignNode1" presStyleIdx="2" presStyleCnt="3"/>
      <dgm:spPr/>
    </dgm:pt>
    <dgm:pt modelId="{4087A9D9-2DC5-4083-A7F1-D3CACD2C3643}" type="pres">
      <dgm:prSet presAssocID="{D056141A-BC83-4C71-B761-B152E79D50DE}" presName="sibTransNodeRect" presStyleLbl="alignNode1" presStyleIdx="2" presStyleCnt="3">
        <dgm:presLayoutVars>
          <dgm:chMax val="0"/>
          <dgm:bulletEnabled val="1"/>
        </dgm:presLayoutVars>
      </dgm:prSet>
      <dgm:spPr/>
    </dgm:pt>
    <dgm:pt modelId="{9B676AC0-6977-46EA-B051-6594DF9B81DC}" type="pres">
      <dgm:prSet presAssocID="{5486CDA8-A6F9-4343-9506-F6E574264EF7}" presName="nodeRect" presStyleLbl="alignNode1" presStyleIdx="2" presStyleCnt="3">
        <dgm:presLayoutVars>
          <dgm:bulletEnabled val="1"/>
        </dgm:presLayoutVars>
      </dgm:prSet>
      <dgm:spPr/>
    </dgm:pt>
  </dgm:ptLst>
  <dgm:cxnLst>
    <dgm:cxn modelId="{D8B8BE0E-A6DC-4DEB-A0EA-6DC9ABDDE960}" type="presOf" srcId="{E06F1D7E-A2AB-4CB3-8AF1-02EEE52C5404}" destId="{8A83DDF2-38A5-412E-97E6-B82AA5DBCADE}" srcOrd="0" destOrd="0" presId="urn:microsoft.com/office/officeart/2016/7/layout/LinearBlockProcessNumbered"/>
    <dgm:cxn modelId="{3BF3D312-CC80-42EB-8930-CE0613AFD6CB}" type="presOf" srcId="{5486CDA8-A6F9-4343-9506-F6E574264EF7}" destId="{9B676AC0-6977-46EA-B051-6594DF9B81DC}" srcOrd="1" destOrd="0" presId="urn:microsoft.com/office/officeart/2016/7/layout/LinearBlockProcessNumbered"/>
    <dgm:cxn modelId="{579DAC1F-FBC0-4769-B36B-AA1E298234A6}" srcId="{F362CE3C-71C7-49CA-B750-8F4EE3E02B84}" destId="{5ABCF790-2D15-48FB-9531-B784DF96AE47}" srcOrd="0" destOrd="0" parTransId="{F3EB0C68-423B-467E-9F74-8316734C44AE}" sibTransId="{C4F135F5-934A-45C6-88CB-A59F83BD1798}"/>
    <dgm:cxn modelId="{62D9616C-A290-4D8C-8AD8-539033FB0F0F}" type="presOf" srcId="{9573541B-F542-4AD8-95AB-E30125E2F9D9}" destId="{7D05002B-01C6-4520-91CC-621102DE2AAB}" srcOrd="0" destOrd="0" presId="urn:microsoft.com/office/officeart/2016/7/layout/LinearBlockProcessNumbered"/>
    <dgm:cxn modelId="{A6663B72-9319-4D43-BD40-B1E7EFC451A7}" type="presOf" srcId="{5ABCF790-2D15-48FB-9531-B784DF96AE47}" destId="{272C12D4-91CF-4317-B1E7-D18DEFFF3189}" srcOrd="0" destOrd="0" presId="urn:microsoft.com/office/officeart/2016/7/layout/LinearBlockProcessNumbered"/>
    <dgm:cxn modelId="{947C0D98-2EA2-404D-B6FC-12719637DC10}" type="presOf" srcId="{D056141A-BC83-4C71-B761-B152E79D50DE}" destId="{4087A9D9-2DC5-4083-A7F1-D3CACD2C3643}" srcOrd="0" destOrd="0" presId="urn:microsoft.com/office/officeart/2016/7/layout/LinearBlockProcessNumbered"/>
    <dgm:cxn modelId="{A7A46CC4-F8A4-42C0-9B31-F52D4D7D27A8}" type="presOf" srcId="{5486CDA8-A6F9-4343-9506-F6E574264EF7}" destId="{9DA0F688-0A71-4A50-AE6E-C95A42F9B92C}" srcOrd="0" destOrd="0" presId="urn:microsoft.com/office/officeart/2016/7/layout/LinearBlockProcessNumbered"/>
    <dgm:cxn modelId="{F8B983D2-E39B-4252-980B-80768B26BA07}" srcId="{F362CE3C-71C7-49CA-B750-8F4EE3E02B84}" destId="{5486CDA8-A6F9-4343-9506-F6E574264EF7}" srcOrd="2" destOrd="0" parTransId="{CFC4BBA0-B7EF-4E63-B8D2-15C9076A3721}" sibTransId="{D056141A-BC83-4C71-B761-B152E79D50DE}"/>
    <dgm:cxn modelId="{84B92FD3-B466-4A7A-A250-100FF07CE7A6}" type="presOf" srcId="{5ABCF790-2D15-48FB-9531-B784DF96AE47}" destId="{796C554F-CABC-4B5E-87A0-054033B72E0D}" srcOrd="1" destOrd="0" presId="urn:microsoft.com/office/officeart/2016/7/layout/LinearBlockProcessNumbered"/>
    <dgm:cxn modelId="{E7559EDD-1DBB-48FA-A4D9-5F7B359408E9}" type="presOf" srcId="{F362CE3C-71C7-49CA-B750-8F4EE3E02B84}" destId="{6BA58A36-5BAD-457F-AB31-49CA653C29E1}" srcOrd="0" destOrd="0" presId="urn:microsoft.com/office/officeart/2016/7/layout/LinearBlockProcessNumbered"/>
    <dgm:cxn modelId="{E4D220ED-2692-4737-8E3A-DBF792DA3521}" srcId="{F362CE3C-71C7-49CA-B750-8F4EE3E02B84}" destId="{E06F1D7E-A2AB-4CB3-8AF1-02EEE52C5404}" srcOrd="1" destOrd="0" parTransId="{209B5842-EE87-402A-8B5C-444F26C7B717}" sibTransId="{9573541B-F542-4AD8-95AB-E30125E2F9D9}"/>
    <dgm:cxn modelId="{FA0E23F9-14AD-4142-9545-834A5E184AF5}" type="presOf" srcId="{E06F1D7E-A2AB-4CB3-8AF1-02EEE52C5404}" destId="{344710DC-08DF-4032-8D94-1DC92C20A1AC}" srcOrd="1" destOrd="0" presId="urn:microsoft.com/office/officeart/2016/7/layout/LinearBlockProcessNumbered"/>
    <dgm:cxn modelId="{829E2DFC-2480-4B71-87BF-790C53260718}" type="presOf" srcId="{C4F135F5-934A-45C6-88CB-A59F83BD1798}" destId="{E12B7C42-4A07-4D00-8C1E-CF6AE91C4866}" srcOrd="0" destOrd="0" presId="urn:microsoft.com/office/officeart/2016/7/layout/LinearBlockProcessNumbered"/>
    <dgm:cxn modelId="{FB4E23BE-BC0C-4B09-ACCA-66DCD33B376D}" type="presParOf" srcId="{6BA58A36-5BAD-457F-AB31-49CA653C29E1}" destId="{5B2BF0AE-58C0-4A44-9981-CD7B4C0311CA}" srcOrd="0" destOrd="0" presId="urn:microsoft.com/office/officeart/2016/7/layout/LinearBlockProcessNumbered"/>
    <dgm:cxn modelId="{D970352A-CCB0-411B-A970-61B0C6DF9AF1}" type="presParOf" srcId="{5B2BF0AE-58C0-4A44-9981-CD7B4C0311CA}" destId="{272C12D4-91CF-4317-B1E7-D18DEFFF3189}" srcOrd="0" destOrd="0" presId="urn:microsoft.com/office/officeart/2016/7/layout/LinearBlockProcessNumbered"/>
    <dgm:cxn modelId="{4814A4CD-F405-43D3-B522-0F7461936FDB}" type="presParOf" srcId="{5B2BF0AE-58C0-4A44-9981-CD7B4C0311CA}" destId="{E12B7C42-4A07-4D00-8C1E-CF6AE91C4866}" srcOrd="1" destOrd="0" presId="urn:microsoft.com/office/officeart/2016/7/layout/LinearBlockProcessNumbered"/>
    <dgm:cxn modelId="{DF099F56-6F84-4C1F-A63F-812B861CE2D5}" type="presParOf" srcId="{5B2BF0AE-58C0-4A44-9981-CD7B4C0311CA}" destId="{796C554F-CABC-4B5E-87A0-054033B72E0D}" srcOrd="2" destOrd="0" presId="urn:microsoft.com/office/officeart/2016/7/layout/LinearBlockProcessNumbered"/>
    <dgm:cxn modelId="{23CA84DE-B0FC-43AA-BAE0-85A1B138477F}" type="presParOf" srcId="{6BA58A36-5BAD-457F-AB31-49CA653C29E1}" destId="{60350D1C-5C6F-4148-9306-D400A51EA752}" srcOrd="1" destOrd="0" presId="urn:microsoft.com/office/officeart/2016/7/layout/LinearBlockProcessNumbered"/>
    <dgm:cxn modelId="{B606DDC7-1F1E-4D5C-8C75-D73BD37C3E54}" type="presParOf" srcId="{6BA58A36-5BAD-457F-AB31-49CA653C29E1}" destId="{F81B3396-2979-489C-8A2A-B569ABDFAFF8}" srcOrd="2" destOrd="0" presId="urn:microsoft.com/office/officeart/2016/7/layout/LinearBlockProcessNumbered"/>
    <dgm:cxn modelId="{851B4B28-4AA6-4797-B1DE-67091B022B80}" type="presParOf" srcId="{F81B3396-2979-489C-8A2A-B569ABDFAFF8}" destId="{8A83DDF2-38A5-412E-97E6-B82AA5DBCADE}" srcOrd="0" destOrd="0" presId="urn:microsoft.com/office/officeart/2016/7/layout/LinearBlockProcessNumbered"/>
    <dgm:cxn modelId="{13E90469-123D-4D76-B34D-F176E1015CF5}" type="presParOf" srcId="{F81B3396-2979-489C-8A2A-B569ABDFAFF8}" destId="{7D05002B-01C6-4520-91CC-621102DE2AAB}" srcOrd="1" destOrd="0" presId="urn:microsoft.com/office/officeart/2016/7/layout/LinearBlockProcessNumbered"/>
    <dgm:cxn modelId="{3F3F4C53-2B2C-4C45-8EA3-C2701CF4D5CB}" type="presParOf" srcId="{F81B3396-2979-489C-8A2A-B569ABDFAFF8}" destId="{344710DC-08DF-4032-8D94-1DC92C20A1AC}" srcOrd="2" destOrd="0" presId="urn:microsoft.com/office/officeart/2016/7/layout/LinearBlockProcessNumbered"/>
    <dgm:cxn modelId="{63E33F72-1774-46D1-AAC1-FB28E95A3101}" type="presParOf" srcId="{6BA58A36-5BAD-457F-AB31-49CA653C29E1}" destId="{61E81C7A-8002-4307-86CE-F42B2381F84F}" srcOrd="3" destOrd="0" presId="urn:microsoft.com/office/officeart/2016/7/layout/LinearBlockProcessNumbered"/>
    <dgm:cxn modelId="{27932CED-62E8-400D-AF47-785935ACA1EA}" type="presParOf" srcId="{6BA58A36-5BAD-457F-AB31-49CA653C29E1}" destId="{FAF9EC6E-450E-470C-B951-168B7FDA99E7}" srcOrd="4" destOrd="0" presId="urn:microsoft.com/office/officeart/2016/7/layout/LinearBlockProcessNumbered"/>
    <dgm:cxn modelId="{F42D6CD4-C196-4F74-9EEB-8721CD15FC5B}" type="presParOf" srcId="{FAF9EC6E-450E-470C-B951-168B7FDA99E7}" destId="{9DA0F688-0A71-4A50-AE6E-C95A42F9B92C}" srcOrd="0" destOrd="0" presId="urn:microsoft.com/office/officeart/2016/7/layout/LinearBlockProcessNumbered"/>
    <dgm:cxn modelId="{5C1106F7-531C-4BCC-86F9-A9E112E41667}" type="presParOf" srcId="{FAF9EC6E-450E-470C-B951-168B7FDA99E7}" destId="{4087A9D9-2DC5-4083-A7F1-D3CACD2C3643}" srcOrd="1" destOrd="0" presId="urn:microsoft.com/office/officeart/2016/7/layout/LinearBlockProcessNumbered"/>
    <dgm:cxn modelId="{19906AF1-6899-4F77-98CA-AC10695F1EBA}" type="presParOf" srcId="{FAF9EC6E-450E-470C-B951-168B7FDA99E7}" destId="{9B676AC0-6977-46EA-B051-6594DF9B81DC}" srcOrd="2" destOrd="0" presId="urn:microsoft.com/office/officeart/2016/7/layout/LinearBlockProcessNumbered"/>
  </dgm:cxnLst>
  <dgm:bg/>
  <dgm:whole/>
  <dgm:extLst>
    <a:ext uri="http://schemas.microsoft.com/office/drawing/2008/diagram">
      <dsp:dataModelExt xmlns:dsp="http://schemas.microsoft.com/office/drawing/2008/diagram" relId="rId11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34893502-2A27-4145-BBCA-24FBD273AC95}" type="doc">
      <dgm:prSet loTypeId="urn:microsoft.com/office/officeart/2005/8/layout/process5" loCatId="process" qsTypeId="urn:microsoft.com/office/officeart/2005/8/quickstyle/simple1" qsCatId="simple" csTypeId="urn:microsoft.com/office/officeart/2005/8/colors/colorful5" csCatId="colorful"/>
      <dgm:spPr/>
      <dgm:t>
        <a:bodyPr/>
        <a:lstStyle/>
        <a:p>
          <a:endParaRPr lang="en-US"/>
        </a:p>
      </dgm:t>
    </dgm:pt>
    <dgm:pt modelId="{BE6623EA-6A6B-4C6A-87FD-3873DAA4BF6E}">
      <dgm:prSet/>
      <dgm:spPr/>
      <dgm:t>
        <a:bodyPr/>
        <a:lstStyle/>
        <a:p>
          <a:r>
            <a:rPr lang="en-IN"/>
            <a:t>LangChain (RetrievalQA &amp; ConversationalRetrievalChain)</a:t>
          </a:r>
          <a:endParaRPr lang="en-US"/>
        </a:p>
      </dgm:t>
    </dgm:pt>
    <dgm:pt modelId="{39CE36DF-B86A-4B01-9259-105C459E0EC9}" type="parTrans" cxnId="{21F0F498-3D48-42D7-9445-BAC7E74E8A4E}">
      <dgm:prSet/>
      <dgm:spPr/>
      <dgm:t>
        <a:bodyPr/>
        <a:lstStyle/>
        <a:p>
          <a:endParaRPr lang="en-US"/>
        </a:p>
      </dgm:t>
    </dgm:pt>
    <dgm:pt modelId="{767C9752-45B5-434B-AD9C-A9670D403149}" type="sibTrans" cxnId="{21F0F498-3D48-42D7-9445-BAC7E74E8A4E}">
      <dgm:prSet/>
      <dgm:spPr/>
      <dgm:t>
        <a:bodyPr/>
        <a:lstStyle/>
        <a:p>
          <a:endParaRPr lang="en-US"/>
        </a:p>
      </dgm:t>
    </dgm:pt>
    <dgm:pt modelId="{F780B841-A024-4660-9E00-38F5E04EE4BD}">
      <dgm:prSet/>
      <dgm:spPr/>
      <dgm:t>
        <a:bodyPr/>
        <a:lstStyle/>
        <a:p>
          <a:r>
            <a:rPr lang="en-IN"/>
            <a:t>OpenAI API (LLM)</a:t>
          </a:r>
          <a:endParaRPr lang="en-US"/>
        </a:p>
      </dgm:t>
    </dgm:pt>
    <dgm:pt modelId="{5DC6EA85-EA2B-40BA-AB70-B8A6B1F16D99}" type="parTrans" cxnId="{B49E8D25-7AB4-40C5-ABAC-F12DCB5C70C7}">
      <dgm:prSet/>
      <dgm:spPr/>
      <dgm:t>
        <a:bodyPr/>
        <a:lstStyle/>
        <a:p>
          <a:endParaRPr lang="en-US"/>
        </a:p>
      </dgm:t>
    </dgm:pt>
    <dgm:pt modelId="{D65E124E-E612-4D7F-9EFC-86BCC1B42DC6}" type="sibTrans" cxnId="{B49E8D25-7AB4-40C5-ABAC-F12DCB5C70C7}">
      <dgm:prSet/>
      <dgm:spPr/>
      <dgm:t>
        <a:bodyPr/>
        <a:lstStyle/>
        <a:p>
          <a:endParaRPr lang="en-US"/>
        </a:p>
      </dgm:t>
    </dgm:pt>
    <dgm:pt modelId="{0C8358AB-386A-40D0-9C96-10AD917A1CF8}">
      <dgm:prSet/>
      <dgm:spPr/>
      <dgm:t>
        <a:bodyPr/>
        <a:lstStyle/>
        <a:p>
          <a:r>
            <a:rPr lang="en-IN"/>
            <a:t>FAISS or Chroma (Vector DB)</a:t>
          </a:r>
          <a:endParaRPr lang="en-US"/>
        </a:p>
      </dgm:t>
    </dgm:pt>
    <dgm:pt modelId="{9A2811A8-9D59-4B9C-B453-84B3F36B88A2}" type="parTrans" cxnId="{903F4C61-7078-47D8-ADAD-9E038D974993}">
      <dgm:prSet/>
      <dgm:spPr/>
      <dgm:t>
        <a:bodyPr/>
        <a:lstStyle/>
        <a:p>
          <a:endParaRPr lang="en-US"/>
        </a:p>
      </dgm:t>
    </dgm:pt>
    <dgm:pt modelId="{23D67688-9498-4556-89F5-7CE7D04D929D}" type="sibTrans" cxnId="{903F4C61-7078-47D8-ADAD-9E038D974993}">
      <dgm:prSet/>
      <dgm:spPr/>
      <dgm:t>
        <a:bodyPr/>
        <a:lstStyle/>
        <a:p>
          <a:endParaRPr lang="en-US"/>
        </a:p>
      </dgm:t>
    </dgm:pt>
    <dgm:pt modelId="{8EF10F0C-2DC1-41F7-891C-6DC39C2B2196}">
      <dgm:prSet/>
      <dgm:spPr/>
      <dgm:t>
        <a:bodyPr/>
        <a:lstStyle/>
        <a:p>
          <a:r>
            <a:rPr lang="en-IN"/>
            <a:t>Streamlit (optional UI layer)</a:t>
          </a:r>
          <a:endParaRPr lang="en-US"/>
        </a:p>
      </dgm:t>
    </dgm:pt>
    <dgm:pt modelId="{0BFFA4DB-5187-4ABD-B546-CF5DE1966E61}" type="parTrans" cxnId="{518AB8CF-E2E4-43D6-AA2B-353990B46F07}">
      <dgm:prSet/>
      <dgm:spPr/>
      <dgm:t>
        <a:bodyPr/>
        <a:lstStyle/>
        <a:p>
          <a:endParaRPr lang="en-US"/>
        </a:p>
      </dgm:t>
    </dgm:pt>
    <dgm:pt modelId="{49C29EE8-3184-4255-8A23-BB376AA0E423}" type="sibTrans" cxnId="{518AB8CF-E2E4-43D6-AA2B-353990B46F07}">
      <dgm:prSet/>
      <dgm:spPr/>
      <dgm:t>
        <a:bodyPr/>
        <a:lstStyle/>
        <a:p>
          <a:endParaRPr lang="en-US"/>
        </a:p>
      </dgm:t>
    </dgm:pt>
    <dgm:pt modelId="{C542329B-2D8F-4753-9A25-078266E13274}" type="pres">
      <dgm:prSet presAssocID="{34893502-2A27-4145-BBCA-24FBD273AC95}" presName="diagram" presStyleCnt="0">
        <dgm:presLayoutVars>
          <dgm:dir/>
          <dgm:resizeHandles val="exact"/>
        </dgm:presLayoutVars>
      </dgm:prSet>
      <dgm:spPr/>
    </dgm:pt>
    <dgm:pt modelId="{2BFCBF0F-7693-4CC2-9439-503F71BBA208}" type="pres">
      <dgm:prSet presAssocID="{BE6623EA-6A6B-4C6A-87FD-3873DAA4BF6E}" presName="node" presStyleLbl="node1" presStyleIdx="0" presStyleCnt="4">
        <dgm:presLayoutVars>
          <dgm:bulletEnabled val="1"/>
        </dgm:presLayoutVars>
      </dgm:prSet>
      <dgm:spPr/>
    </dgm:pt>
    <dgm:pt modelId="{1DF4F390-C069-4E6E-BE7C-A324B73EC291}" type="pres">
      <dgm:prSet presAssocID="{767C9752-45B5-434B-AD9C-A9670D403149}" presName="sibTrans" presStyleLbl="sibTrans2D1" presStyleIdx="0" presStyleCnt="3"/>
      <dgm:spPr/>
    </dgm:pt>
    <dgm:pt modelId="{1C501A61-A0F4-4740-8F05-2A81AF126744}" type="pres">
      <dgm:prSet presAssocID="{767C9752-45B5-434B-AD9C-A9670D403149}" presName="connectorText" presStyleLbl="sibTrans2D1" presStyleIdx="0" presStyleCnt="3"/>
      <dgm:spPr/>
    </dgm:pt>
    <dgm:pt modelId="{47224811-E255-4918-B384-3D30146BC757}" type="pres">
      <dgm:prSet presAssocID="{F780B841-A024-4660-9E00-38F5E04EE4BD}" presName="node" presStyleLbl="node1" presStyleIdx="1" presStyleCnt="4">
        <dgm:presLayoutVars>
          <dgm:bulletEnabled val="1"/>
        </dgm:presLayoutVars>
      </dgm:prSet>
      <dgm:spPr/>
    </dgm:pt>
    <dgm:pt modelId="{55E0865C-FE49-4000-A5E8-C601DC6C3751}" type="pres">
      <dgm:prSet presAssocID="{D65E124E-E612-4D7F-9EFC-86BCC1B42DC6}" presName="sibTrans" presStyleLbl="sibTrans2D1" presStyleIdx="1" presStyleCnt="3"/>
      <dgm:spPr/>
    </dgm:pt>
    <dgm:pt modelId="{E3111113-7F56-4CA9-BB7B-220ACBDA4C8E}" type="pres">
      <dgm:prSet presAssocID="{D65E124E-E612-4D7F-9EFC-86BCC1B42DC6}" presName="connectorText" presStyleLbl="sibTrans2D1" presStyleIdx="1" presStyleCnt="3"/>
      <dgm:spPr/>
    </dgm:pt>
    <dgm:pt modelId="{446254BC-44A3-4713-91FC-4052EB97361F}" type="pres">
      <dgm:prSet presAssocID="{0C8358AB-386A-40D0-9C96-10AD917A1CF8}" presName="node" presStyleLbl="node1" presStyleIdx="2" presStyleCnt="4">
        <dgm:presLayoutVars>
          <dgm:bulletEnabled val="1"/>
        </dgm:presLayoutVars>
      </dgm:prSet>
      <dgm:spPr/>
    </dgm:pt>
    <dgm:pt modelId="{3C897A71-7D6A-44E2-ACEF-E93AE3AB4DFF}" type="pres">
      <dgm:prSet presAssocID="{23D67688-9498-4556-89F5-7CE7D04D929D}" presName="sibTrans" presStyleLbl="sibTrans2D1" presStyleIdx="2" presStyleCnt="3"/>
      <dgm:spPr/>
    </dgm:pt>
    <dgm:pt modelId="{258FECCD-4929-4A51-A47B-062FC2CADA8C}" type="pres">
      <dgm:prSet presAssocID="{23D67688-9498-4556-89F5-7CE7D04D929D}" presName="connectorText" presStyleLbl="sibTrans2D1" presStyleIdx="2" presStyleCnt="3"/>
      <dgm:spPr/>
    </dgm:pt>
    <dgm:pt modelId="{11E9E347-E9CD-43CB-B69A-05B96704F792}" type="pres">
      <dgm:prSet presAssocID="{8EF10F0C-2DC1-41F7-891C-6DC39C2B2196}" presName="node" presStyleLbl="node1" presStyleIdx="3" presStyleCnt="4">
        <dgm:presLayoutVars>
          <dgm:bulletEnabled val="1"/>
        </dgm:presLayoutVars>
      </dgm:prSet>
      <dgm:spPr/>
    </dgm:pt>
  </dgm:ptLst>
  <dgm:cxnLst>
    <dgm:cxn modelId="{BD669E1A-5E33-4F35-8827-1F887C0F1D43}" type="presOf" srcId="{8EF10F0C-2DC1-41F7-891C-6DC39C2B2196}" destId="{11E9E347-E9CD-43CB-B69A-05B96704F792}" srcOrd="0" destOrd="0" presId="urn:microsoft.com/office/officeart/2005/8/layout/process5"/>
    <dgm:cxn modelId="{F1A7201F-A105-4E02-A82A-8F608009CA7C}" type="presOf" srcId="{34893502-2A27-4145-BBCA-24FBD273AC95}" destId="{C542329B-2D8F-4753-9A25-078266E13274}" srcOrd="0" destOrd="0" presId="urn:microsoft.com/office/officeart/2005/8/layout/process5"/>
    <dgm:cxn modelId="{B49E8D25-7AB4-40C5-ABAC-F12DCB5C70C7}" srcId="{34893502-2A27-4145-BBCA-24FBD273AC95}" destId="{F780B841-A024-4660-9E00-38F5E04EE4BD}" srcOrd="1" destOrd="0" parTransId="{5DC6EA85-EA2B-40BA-AB70-B8A6B1F16D99}" sibTransId="{D65E124E-E612-4D7F-9EFC-86BCC1B42DC6}"/>
    <dgm:cxn modelId="{903F4C61-7078-47D8-ADAD-9E038D974993}" srcId="{34893502-2A27-4145-BBCA-24FBD273AC95}" destId="{0C8358AB-386A-40D0-9C96-10AD917A1CF8}" srcOrd="2" destOrd="0" parTransId="{9A2811A8-9D59-4B9C-B453-84B3F36B88A2}" sibTransId="{23D67688-9498-4556-89F5-7CE7D04D929D}"/>
    <dgm:cxn modelId="{3D8B8144-7C8A-4DD7-B113-BA6332F6AB00}" type="presOf" srcId="{23D67688-9498-4556-89F5-7CE7D04D929D}" destId="{258FECCD-4929-4A51-A47B-062FC2CADA8C}" srcOrd="1" destOrd="0" presId="urn:microsoft.com/office/officeart/2005/8/layout/process5"/>
    <dgm:cxn modelId="{DFE54A47-F700-4F7F-9187-A080C2EE5BDE}" type="presOf" srcId="{F780B841-A024-4660-9E00-38F5E04EE4BD}" destId="{47224811-E255-4918-B384-3D30146BC757}" srcOrd="0" destOrd="0" presId="urn:microsoft.com/office/officeart/2005/8/layout/process5"/>
    <dgm:cxn modelId="{7CE8ED48-4C4A-4FD6-B79D-28AD4D4605DF}" type="presOf" srcId="{23D67688-9498-4556-89F5-7CE7D04D929D}" destId="{3C897A71-7D6A-44E2-ACEF-E93AE3AB4DFF}" srcOrd="0" destOrd="0" presId="urn:microsoft.com/office/officeart/2005/8/layout/process5"/>
    <dgm:cxn modelId="{6246D54C-D6EE-43E8-BE5B-B18740E4DBA4}" type="presOf" srcId="{BE6623EA-6A6B-4C6A-87FD-3873DAA4BF6E}" destId="{2BFCBF0F-7693-4CC2-9439-503F71BBA208}" srcOrd="0" destOrd="0" presId="urn:microsoft.com/office/officeart/2005/8/layout/process5"/>
    <dgm:cxn modelId="{E9F51B50-CCF8-4D5D-ADDC-75E926D2D951}" type="presOf" srcId="{D65E124E-E612-4D7F-9EFC-86BCC1B42DC6}" destId="{E3111113-7F56-4CA9-BB7B-220ACBDA4C8E}" srcOrd="1" destOrd="0" presId="urn:microsoft.com/office/officeart/2005/8/layout/process5"/>
    <dgm:cxn modelId="{21F0F498-3D48-42D7-9445-BAC7E74E8A4E}" srcId="{34893502-2A27-4145-BBCA-24FBD273AC95}" destId="{BE6623EA-6A6B-4C6A-87FD-3873DAA4BF6E}" srcOrd="0" destOrd="0" parTransId="{39CE36DF-B86A-4B01-9259-105C459E0EC9}" sibTransId="{767C9752-45B5-434B-AD9C-A9670D403149}"/>
    <dgm:cxn modelId="{C47EADB5-9A4A-41AB-8239-0156D54D2907}" type="presOf" srcId="{D65E124E-E612-4D7F-9EFC-86BCC1B42DC6}" destId="{55E0865C-FE49-4000-A5E8-C601DC6C3751}" srcOrd="0" destOrd="0" presId="urn:microsoft.com/office/officeart/2005/8/layout/process5"/>
    <dgm:cxn modelId="{136D2FC1-D0B1-4770-B9FC-AC3873567B81}" type="presOf" srcId="{767C9752-45B5-434B-AD9C-A9670D403149}" destId="{1DF4F390-C069-4E6E-BE7C-A324B73EC291}" srcOrd="0" destOrd="0" presId="urn:microsoft.com/office/officeart/2005/8/layout/process5"/>
    <dgm:cxn modelId="{518AB8CF-E2E4-43D6-AA2B-353990B46F07}" srcId="{34893502-2A27-4145-BBCA-24FBD273AC95}" destId="{8EF10F0C-2DC1-41F7-891C-6DC39C2B2196}" srcOrd="3" destOrd="0" parTransId="{0BFFA4DB-5187-4ABD-B546-CF5DE1966E61}" sibTransId="{49C29EE8-3184-4255-8A23-BB376AA0E423}"/>
    <dgm:cxn modelId="{F44FB0D4-AA32-4160-9DAD-E13635B24D32}" type="presOf" srcId="{767C9752-45B5-434B-AD9C-A9670D403149}" destId="{1C501A61-A0F4-4740-8F05-2A81AF126744}" srcOrd="1" destOrd="0" presId="urn:microsoft.com/office/officeart/2005/8/layout/process5"/>
    <dgm:cxn modelId="{9A2746FE-F1D0-4FBA-BEDA-C2D91142E3AA}" type="presOf" srcId="{0C8358AB-386A-40D0-9C96-10AD917A1CF8}" destId="{446254BC-44A3-4713-91FC-4052EB97361F}" srcOrd="0" destOrd="0" presId="urn:microsoft.com/office/officeart/2005/8/layout/process5"/>
    <dgm:cxn modelId="{EA3E66F5-261F-4D16-A6BB-8CFC8FD6CD46}" type="presParOf" srcId="{C542329B-2D8F-4753-9A25-078266E13274}" destId="{2BFCBF0F-7693-4CC2-9439-503F71BBA208}" srcOrd="0" destOrd="0" presId="urn:microsoft.com/office/officeart/2005/8/layout/process5"/>
    <dgm:cxn modelId="{3E47BE79-06FA-43A8-867F-4E0D29158214}" type="presParOf" srcId="{C542329B-2D8F-4753-9A25-078266E13274}" destId="{1DF4F390-C069-4E6E-BE7C-A324B73EC291}" srcOrd="1" destOrd="0" presId="urn:microsoft.com/office/officeart/2005/8/layout/process5"/>
    <dgm:cxn modelId="{0D031E6B-F3F5-48A9-A989-763843A8FD3D}" type="presParOf" srcId="{1DF4F390-C069-4E6E-BE7C-A324B73EC291}" destId="{1C501A61-A0F4-4740-8F05-2A81AF126744}" srcOrd="0" destOrd="0" presId="urn:microsoft.com/office/officeart/2005/8/layout/process5"/>
    <dgm:cxn modelId="{E62233B1-C1E8-4552-AAC3-58F33AA78B6F}" type="presParOf" srcId="{C542329B-2D8F-4753-9A25-078266E13274}" destId="{47224811-E255-4918-B384-3D30146BC757}" srcOrd="2" destOrd="0" presId="urn:microsoft.com/office/officeart/2005/8/layout/process5"/>
    <dgm:cxn modelId="{A5A20583-7A38-49C6-A59C-D72650237C80}" type="presParOf" srcId="{C542329B-2D8F-4753-9A25-078266E13274}" destId="{55E0865C-FE49-4000-A5E8-C601DC6C3751}" srcOrd="3" destOrd="0" presId="urn:microsoft.com/office/officeart/2005/8/layout/process5"/>
    <dgm:cxn modelId="{AD16B08D-91BA-4CC5-B98D-B476B16ADC09}" type="presParOf" srcId="{55E0865C-FE49-4000-A5E8-C601DC6C3751}" destId="{E3111113-7F56-4CA9-BB7B-220ACBDA4C8E}" srcOrd="0" destOrd="0" presId="urn:microsoft.com/office/officeart/2005/8/layout/process5"/>
    <dgm:cxn modelId="{1E123C8C-87D5-4F4D-8788-172A6C526D8F}" type="presParOf" srcId="{C542329B-2D8F-4753-9A25-078266E13274}" destId="{446254BC-44A3-4713-91FC-4052EB97361F}" srcOrd="4" destOrd="0" presId="urn:microsoft.com/office/officeart/2005/8/layout/process5"/>
    <dgm:cxn modelId="{EBCC7948-77EB-4405-AD05-93617E670747}" type="presParOf" srcId="{C542329B-2D8F-4753-9A25-078266E13274}" destId="{3C897A71-7D6A-44E2-ACEF-E93AE3AB4DFF}" srcOrd="5" destOrd="0" presId="urn:microsoft.com/office/officeart/2005/8/layout/process5"/>
    <dgm:cxn modelId="{4339495A-1460-41BE-9DD1-C4756F6D12A1}" type="presParOf" srcId="{3C897A71-7D6A-44E2-ACEF-E93AE3AB4DFF}" destId="{258FECCD-4929-4A51-A47B-062FC2CADA8C}" srcOrd="0" destOrd="0" presId="urn:microsoft.com/office/officeart/2005/8/layout/process5"/>
    <dgm:cxn modelId="{C049BEBE-DAA0-402F-A73B-89E0A257637B}" type="presParOf" srcId="{C542329B-2D8F-4753-9A25-078266E13274}" destId="{11E9E347-E9CD-43CB-B69A-05B96704F792}" srcOrd="6" destOrd="0" presId="urn:microsoft.com/office/officeart/2005/8/layout/process5"/>
  </dgm:cxnLst>
  <dgm:bg/>
  <dgm:whole/>
  <dgm:extLst>
    <a:ext uri="http://schemas.microsoft.com/office/drawing/2008/diagram">
      <dsp:dataModelExt xmlns:dsp="http://schemas.microsoft.com/office/drawing/2008/diagram" relId="rId10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C6912FA-5D49-4A5F-A993-619E7F11CAF7}">
      <dsp:nvSpPr>
        <dsp:cNvPr id="0" name=""/>
        <dsp:cNvSpPr/>
      </dsp:nvSpPr>
      <dsp:spPr>
        <a:xfrm>
          <a:off x="0" y="0"/>
          <a:ext cx="8634843" cy="1209308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5730" tIns="125730" rIns="125730" bIns="125730" numCol="1" spcCol="1270" anchor="ctr" anchorCtr="0">
          <a:noAutofit/>
        </a:bodyPr>
        <a:lstStyle/>
        <a:p>
          <a:pPr marL="0" lvl="0" indent="0" algn="l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300" kern="1200"/>
            <a:t>A </a:t>
          </a:r>
          <a:r>
            <a:rPr lang="en-US" sz="3300" b="1" kern="1200"/>
            <a:t>Retriever</a:t>
          </a:r>
          <a:r>
            <a:rPr lang="en-US" sz="3300" kern="1200"/>
            <a:t> → finds the right info from your data</a:t>
          </a:r>
        </a:p>
      </dsp:txBody>
      <dsp:txXfrm>
        <a:off x="35419" y="35419"/>
        <a:ext cx="7384929" cy="1138470"/>
      </dsp:txXfrm>
    </dsp:sp>
    <dsp:sp modelId="{F3121156-BD34-49E6-821C-E7D83295E2F9}">
      <dsp:nvSpPr>
        <dsp:cNvPr id="0" name=""/>
        <dsp:cNvSpPr/>
      </dsp:nvSpPr>
      <dsp:spPr>
        <a:xfrm>
          <a:off x="1523795" y="1478043"/>
          <a:ext cx="8634843" cy="1209308"/>
        </a:xfrm>
        <a:prstGeom prst="roundRect">
          <a:avLst>
            <a:gd name="adj" fmla="val 10000"/>
          </a:avLst>
        </a:prstGeom>
        <a:solidFill>
          <a:schemeClr val="accent2">
            <a:hueOff val="1907789"/>
            <a:satOff val="-43528"/>
            <a:lumOff val="16079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5730" tIns="125730" rIns="125730" bIns="125730" numCol="1" spcCol="1270" anchor="ctr" anchorCtr="0">
          <a:noAutofit/>
        </a:bodyPr>
        <a:lstStyle/>
        <a:p>
          <a:pPr marL="0" lvl="0" indent="0" algn="l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300" kern="1200" dirty="0"/>
            <a:t>A </a:t>
          </a:r>
          <a:r>
            <a:rPr lang="en-US" sz="3300" b="1" kern="1200" dirty="0"/>
            <a:t>Generator (LLM)</a:t>
          </a:r>
          <a:r>
            <a:rPr lang="en-US" sz="3300" kern="1200" dirty="0"/>
            <a:t> → writes a human-like answer</a:t>
          </a:r>
        </a:p>
      </dsp:txBody>
      <dsp:txXfrm>
        <a:off x="1559214" y="1513462"/>
        <a:ext cx="6254158" cy="1138470"/>
      </dsp:txXfrm>
    </dsp:sp>
    <dsp:sp modelId="{9427B5E7-E3A8-4F05-B028-90851C89534A}">
      <dsp:nvSpPr>
        <dsp:cNvPr id="0" name=""/>
        <dsp:cNvSpPr/>
      </dsp:nvSpPr>
      <dsp:spPr>
        <a:xfrm>
          <a:off x="7848792" y="950650"/>
          <a:ext cx="786050" cy="786050"/>
        </a:xfrm>
        <a:prstGeom prst="downArrow">
          <a:avLst>
            <a:gd name="adj1" fmla="val 55000"/>
            <a:gd name="adj2" fmla="val 45000"/>
          </a:avLst>
        </a:prstGeom>
        <a:solidFill>
          <a:schemeClr val="accent2">
            <a:tint val="40000"/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3600" kern="1200"/>
        </a:p>
      </dsp:txBody>
      <dsp:txXfrm>
        <a:off x="8025653" y="950650"/>
        <a:ext cx="432328" cy="591503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77D985E-B0C1-4E1A-83BC-5F98B7F1AD87}">
      <dsp:nvSpPr>
        <dsp:cNvPr id="0" name=""/>
        <dsp:cNvSpPr/>
      </dsp:nvSpPr>
      <dsp:spPr>
        <a:xfrm>
          <a:off x="0" y="0"/>
          <a:ext cx="2793614" cy="2998796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17801" tIns="330200" rIns="217801" bIns="330200" numCol="1" spcCol="1270" anchor="t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It doesn’t know your PDFs or private data</a:t>
          </a:r>
        </a:p>
      </dsp:txBody>
      <dsp:txXfrm>
        <a:off x="0" y="1139542"/>
        <a:ext cx="2793614" cy="1799277"/>
      </dsp:txXfrm>
    </dsp:sp>
    <dsp:sp modelId="{47237D72-82B7-4713-9328-59140B024F8F}">
      <dsp:nvSpPr>
        <dsp:cNvPr id="0" name=""/>
        <dsp:cNvSpPr/>
      </dsp:nvSpPr>
      <dsp:spPr>
        <a:xfrm>
          <a:off x="946987" y="299879"/>
          <a:ext cx="899638" cy="899638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0139" tIns="12700" rIns="70139" bIns="12700" numCol="1" spcCol="1270" anchor="ctr" anchorCtr="0">
          <a:noAutofit/>
        </a:bodyPr>
        <a:lstStyle/>
        <a:p>
          <a:pPr marL="0" lvl="0" indent="0" algn="ctr" defTabSz="1778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000" kern="1200"/>
            <a:t>1</a:t>
          </a:r>
        </a:p>
      </dsp:txBody>
      <dsp:txXfrm>
        <a:off x="1078736" y="431628"/>
        <a:ext cx="636140" cy="636140"/>
      </dsp:txXfrm>
    </dsp:sp>
    <dsp:sp modelId="{8D1B096D-CB99-4BEB-9914-BCC2D0A8F18A}">
      <dsp:nvSpPr>
        <dsp:cNvPr id="0" name=""/>
        <dsp:cNvSpPr/>
      </dsp:nvSpPr>
      <dsp:spPr>
        <a:xfrm>
          <a:off x="0" y="2998724"/>
          <a:ext cx="2793614" cy="72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64A3D38-ECC1-4AD6-AE4F-E2777474EB57}">
      <dsp:nvSpPr>
        <dsp:cNvPr id="0" name=""/>
        <dsp:cNvSpPr/>
      </dsp:nvSpPr>
      <dsp:spPr>
        <a:xfrm>
          <a:off x="3072975" y="0"/>
          <a:ext cx="2793614" cy="2998796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17801" tIns="330200" rIns="217801" bIns="330200" numCol="1" spcCol="1270" anchor="t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Can’t remember chat history</a:t>
          </a:r>
        </a:p>
      </dsp:txBody>
      <dsp:txXfrm>
        <a:off x="3072975" y="1139542"/>
        <a:ext cx="2793614" cy="1799277"/>
      </dsp:txXfrm>
    </dsp:sp>
    <dsp:sp modelId="{930F4851-330E-4F90-933A-FF33ACA947B0}">
      <dsp:nvSpPr>
        <dsp:cNvPr id="0" name=""/>
        <dsp:cNvSpPr/>
      </dsp:nvSpPr>
      <dsp:spPr>
        <a:xfrm>
          <a:off x="4019963" y="299879"/>
          <a:ext cx="899638" cy="899638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0139" tIns="12700" rIns="70139" bIns="12700" numCol="1" spcCol="1270" anchor="ctr" anchorCtr="0">
          <a:noAutofit/>
        </a:bodyPr>
        <a:lstStyle/>
        <a:p>
          <a:pPr marL="0" lvl="0" indent="0" algn="ctr" defTabSz="1778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000" kern="1200"/>
            <a:t>2</a:t>
          </a:r>
        </a:p>
      </dsp:txBody>
      <dsp:txXfrm>
        <a:off x="4151712" y="431628"/>
        <a:ext cx="636140" cy="636140"/>
      </dsp:txXfrm>
    </dsp:sp>
    <dsp:sp modelId="{85C1919F-1BC7-48A0-A8E8-3E5D3126B6CF}">
      <dsp:nvSpPr>
        <dsp:cNvPr id="0" name=""/>
        <dsp:cNvSpPr/>
      </dsp:nvSpPr>
      <dsp:spPr>
        <a:xfrm>
          <a:off x="3072975" y="2998724"/>
          <a:ext cx="2793614" cy="72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2F6AEAF-71D3-437C-9ED8-BB446347E668}">
      <dsp:nvSpPr>
        <dsp:cNvPr id="0" name=""/>
        <dsp:cNvSpPr/>
      </dsp:nvSpPr>
      <dsp:spPr>
        <a:xfrm>
          <a:off x="6145951" y="0"/>
          <a:ext cx="2793614" cy="2998796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17801" tIns="330200" rIns="217801" bIns="330200" numCol="1" spcCol="1270" anchor="t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May hallucinate wrong facts</a:t>
          </a:r>
        </a:p>
      </dsp:txBody>
      <dsp:txXfrm>
        <a:off x="6145951" y="1139542"/>
        <a:ext cx="2793614" cy="1799277"/>
      </dsp:txXfrm>
    </dsp:sp>
    <dsp:sp modelId="{6D7AD3C3-D458-4B70-B201-5C6B7A557EC4}">
      <dsp:nvSpPr>
        <dsp:cNvPr id="0" name=""/>
        <dsp:cNvSpPr/>
      </dsp:nvSpPr>
      <dsp:spPr>
        <a:xfrm>
          <a:off x="7092939" y="299879"/>
          <a:ext cx="899638" cy="899638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0139" tIns="12700" rIns="70139" bIns="12700" numCol="1" spcCol="1270" anchor="ctr" anchorCtr="0">
          <a:noAutofit/>
        </a:bodyPr>
        <a:lstStyle/>
        <a:p>
          <a:pPr marL="0" lvl="0" indent="0" algn="ctr" defTabSz="1778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000" kern="1200"/>
            <a:t>3</a:t>
          </a:r>
        </a:p>
      </dsp:txBody>
      <dsp:txXfrm>
        <a:off x="7224688" y="431628"/>
        <a:ext cx="636140" cy="636140"/>
      </dsp:txXfrm>
    </dsp:sp>
    <dsp:sp modelId="{80766767-A067-4A85-BF45-2C99C79A107B}">
      <dsp:nvSpPr>
        <dsp:cNvPr id="0" name=""/>
        <dsp:cNvSpPr/>
      </dsp:nvSpPr>
      <dsp:spPr>
        <a:xfrm>
          <a:off x="6145951" y="2998724"/>
          <a:ext cx="2793614" cy="72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030C7D3-402D-437B-9A74-BD51B2D10803}">
      <dsp:nvSpPr>
        <dsp:cNvPr id="0" name=""/>
        <dsp:cNvSpPr/>
      </dsp:nvSpPr>
      <dsp:spPr>
        <a:xfrm>
          <a:off x="1019422" y="918657"/>
          <a:ext cx="814543" cy="71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3C1DD8E-CC15-4A8C-8AE8-62115728EC58}">
      <dsp:nvSpPr>
        <dsp:cNvPr id="0" name=""/>
        <dsp:cNvSpPr/>
      </dsp:nvSpPr>
      <dsp:spPr>
        <a:xfrm>
          <a:off x="1882837" y="850272"/>
          <a:ext cx="93672" cy="175940"/>
        </a:xfrm>
        <a:prstGeom prst="chevron">
          <a:avLst>
            <a:gd name="adj" fmla="val 90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F0A3530-1E4F-4A51-993C-E7B4ADABBB6E}">
      <dsp:nvSpPr>
        <dsp:cNvPr id="0" name=""/>
        <dsp:cNvSpPr/>
      </dsp:nvSpPr>
      <dsp:spPr>
        <a:xfrm>
          <a:off x="511678" y="512767"/>
          <a:ext cx="811851" cy="811851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1504" tIns="31504" rIns="31504" bIns="31504" numCol="1" spcCol="1270" anchor="ctr" anchorCtr="0">
          <a:noAutofit/>
        </a:bodyPr>
        <a:lstStyle/>
        <a:p>
          <a:pPr marL="0" lvl="0" indent="0" algn="ctr" defTabSz="1689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800" kern="1200"/>
            <a:t>1</a:t>
          </a:r>
        </a:p>
      </dsp:txBody>
      <dsp:txXfrm>
        <a:off x="630571" y="631660"/>
        <a:ext cx="574065" cy="574065"/>
      </dsp:txXfrm>
    </dsp:sp>
    <dsp:sp modelId="{C1E53387-1EFC-4596-B070-500F5AD6212B}">
      <dsp:nvSpPr>
        <dsp:cNvPr id="0" name=""/>
        <dsp:cNvSpPr/>
      </dsp:nvSpPr>
      <dsp:spPr>
        <a:xfrm>
          <a:off x="1243" y="1490219"/>
          <a:ext cx="1832722" cy="1965600"/>
        </a:xfrm>
        <a:prstGeom prst="upArrowCallout">
          <a:avLst>
            <a:gd name="adj1" fmla="val 50000"/>
            <a:gd name="adj2" fmla="val 20000"/>
            <a:gd name="adj3" fmla="val 20000"/>
            <a:gd name="adj4" fmla="val 100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4567" tIns="165100" rIns="144567" bIns="165100" numCol="1" spcCol="1270" anchor="t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Load &amp; split your document</a:t>
          </a:r>
        </a:p>
      </dsp:txBody>
      <dsp:txXfrm>
        <a:off x="1243" y="1856763"/>
        <a:ext cx="1832722" cy="1599056"/>
      </dsp:txXfrm>
    </dsp:sp>
    <dsp:sp modelId="{00565037-A397-4B0A-A467-ADEA1F2635A7}">
      <dsp:nvSpPr>
        <dsp:cNvPr id="0" name=""/>
        <dsp:cNvSpPr/>
      </dsp:nvSpPr>
      <dsp:spPr>
        <a:xfrm>
          <a:off x="2037601" y="918657"/>
          <a:ext cx="1832722" cy="71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B222A92-D7FA-4D7F-894C-75151A50D973}">
      <dsp:nvSpPr>
        <dsp:cNvPr id="0" name=""/>
        <dsp:cNvSpPr/>
      </dsp:nvSpPr>
      <dsp:spPr>
        <a:xfrm>
          <a:off x="3919195" y="850271"/>
          <a:ext cx="93672" cy="175941"/>
        </a:xfrm>
        <a:prstGeom prst="chevron">
          <a:avLst>
            <a:gd name="adj" fmla="val 90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35968A7-82C1-4622-B450-2E75E0406A8B}">
      <dsp:nvSpPr>
        <dsp:cNvPr id="0" name=""/>
        <dsp:cNvSpPr/>
      </dsp:nvSpPr>
      <dsp:spPr>
        <a:xfrm>
          <a:off x="2548036" y="512767"/>
          <a:ext cx="811851" cy="811851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1504" tIns="31504" rIns="31504" bIns="31504" numCol="1" spcCol="1270" anchor="ctr" anchorCtr="0">
          <a:noAutofit/>
        </a:bodyPr>
        <a:lstStyle/>
        <a:p>
          <a:pPr marL="0" lvl="0" indent="0" algn="ctr" defTabSz="1689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800" kern="1200"/>
            <a:t>2</a:t>
          </a:r>
        </a:p>
      </dsp:txBody>
      <dsp:txXfrm>
        <a:off x="2666929" y="631660"/>
        <a:ext cx="574065" cy="574065"/>
      </dsp:txXfrm>
    </dsp:sp>
    <dsp:sp modelId="{AF7C3826-9ED8-48B7-A36F-7C9AEB82021C}">
      <dsp:nvSpPr>
        <dsp:cNvPr id="0" name=""/>
        <dsp:cNvSpPr/>
      </dsp:nvSpPr>
      <dsp:spPr>
        <a:xfrm>
          <a:off x="2037601" y="1490219"/>
          <a:ext cx="1832722" cy="1965600"/>
        </a:xfrm>
        <a:prstGeom prst="upArrowCallout">
          <a:avLst>
            <a:gd name="adj1" fmla="val 50000"/>
            <a:gd name="adj2" fmla="val 20000"/>
            <a:gd name="adj3" fmla="val 20000"/>
            <a:gd name="adj4" fmla="val 100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4567" tIns="165100" rIns="144567" bIns="165100" numCol="1" spcCol="1270" anchor="t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Create embeddings</a:t>
          </a:r>
        </a:p>
      </dsp:txBody>
      <dsp:txXfrm>
        <a:off x="2037601" y="1856763"/>
        <a:ext cx="1832722" cy="1599056"/>
      </dsp:txXfrm>
    </dsp:sp>
    <dsp:sp modelId="{3744094A-A97E-4BE7-B19B-379B4531B9BB}">
      <dsp:nvSpPr>
        <dsp:cNvPr id="0" name=""/>
        <dsp:cNvSpPr/>
      </dsp:nvSpPr>
      <dsp:spPr>
        <a:xfrm>
          <a:off x="4073959" y="918657"/>
          <a:ext cx="1832722" cy="72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74EA81D-827F-4992-8619-977921D2B277}">
      <dsp:nvSpPr>
        <dsp:cNvPr id="0" name=""/>
        <dsp:cNvSpPr/>
      </dsp:nvSpPr>
      <dsp:spPr>
        <a:xfrm>
          <a:off x="5955553" y="850271"/>
          <a:ext cx="93672" cy="175941"/>
        </a:xfrm>
        <a:prstGeom prst="chevron">
          <a:avLst>
            <a:gd name="adj" fmla="val 90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0AE7E0D-4B84-4461-890B-E23F350C5579}">
      <dsp:nvSpPr>
        <dsp:cNvPr id="0" name=""/>
        <dsp:cNvSpPr/>
      </dsp:nvSpPr>
      <dsp:spPr>
        <a:xfrm>
          <a:off x="4584394" y="512767"/>
          <a:ext cx="811851" cy="811851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1504" tIns="31504" rIns="31504" bIns="31504" numCol="1" spcCol="1270" anchor="ctr" anchorCtr="0">
          <a:noAutofit/>
        </a:bodyPr>
        <a:lstStyle/>
        <a:p>
          <a:pPr marL="0" lvl="0" indent="0" algn="ctr" defTabSz="1689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800" kern="1200"/>
            <a:t>3</a:t>
          </a:r>
        </a:p>
      </dsp:txBody>
      <dsp:txXfrm>
        <a:off x="4703287" y="631660"/>
        <a:ext cx="574065" cy="574065"/>
      </dsp:txXfrm>
    </dsp:sp>
    <dsp:sp modelId="{52EEFC5E-A8A8-4EE3-AEA8-3E43EA90FABF}">
      <dsp:nvSpPr>
        <dsp:cNvPr id="0" name=""/>
        <dsp:cNvSpPr/>
      </dsp:nvSpPr>
      <dsp:spPr>
        <a:xfrm>
          <a:off x="4073959" y="1490219"/>
          <a:ext cx="1832722" cy="1965600"/>
        </a:xfrm>
        <a:prstGeom prst="upArrowCallout">
          <a:avLst>
            <a:gd name="adj1" fmla="val 50000"/>
            <a:gd name="adj2" fmla="val 20000"/>
            <a:gd name="adj3" fmla="val 20000"/>
            <a:gd name="adj4" fmla="val 100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4567" tIns="165100" rIns="144567" bIns="165100" numCol="1" spcCol="1270" anchor="t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Store in a vector database</a:t>
          </a:r>
        </a:p>
      </dsp:txBody>
      <dsp:txXfrm>
        <a:off x="4073959" y="1856763"/>
        <a:ext cx="1832722" cy="1599056"/>
      </dsp:txXfrm>
    </dsp:sp>
    <dsp:sp modelId="{647BE7CE-89A4-4F7E-A62E-443610783EE3}">
      <dsp:nvSpPr>
        <dsp:cNvPr id="0" name=""/>
        <dsp:cNvSpPr/>
      </dsp:nvSpPr>
      <dsp:spPr>
        <a:xfrm>
          <a:off x="6110316" y="918657"/>
          <a:ext cx="1832722" cy="72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4A6BD9A-A3B6-4A6B-AD74-516B1DBBEF8C}">
      <dsp:nvSpPr>
        <dsp:cNvPr id="0" name=""/>
        <dsp:cNvSpPr/>
      </dsp:nvSpPr>
      <dsp:spPr>
        <a:xfrm>
          <a:off x="7991911" y="850271"/>
          <a:ext cx="93672" cy="175941"/>
        </a:xfrm>
        <a:prstGeom prst="chevron">
          <a:avLst>
            <a:gd name="adj" fmla="val 90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E2EF7B7-3054-4477-AD43-B05596537675}">
      <dsp:nvSpPr>
        <dsp:cNvPr id="0" name=""/>
        <dsp:cNvSpPr/>
      </dsp:nvSpPr>
      <dsp:spPr>
        <a:xfrm>
          <a:off x="6620752" y="512767"/>
          <a:ext cx="811851" cy="811851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1504" tIns="31504" rIns="31504" bIns="31504" numCol="1" spcCol="1270" anchor="ctr" anchorCtr="0">
          <a:noAutofit/>
        </a:bodyPr>
        <a:lstStyle/>
        <a:p>
          <a:pPr marL="0" lvl="0" indent="0" algn="ctr" defTabSz="1689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800" kern="1200"/>
            <a:t>4</a:t>
          </a:r>
        </a:p>
      </dsp:txBody>
      <dsp:txXfrm>
        <a:off x="6739645" y="631660"/>
        <a:ext cx="574065" cy="574065"/>
      </dsp:txXfrm>
    </dsp:sp>
    <dsp:sp modelId="{5DD64EF1-C1F2-4743-99BD-3CDCACA0B840}">
      <dsp:nvSpPr>
        <dsp:cNvPr id="0" name=""/>
        <dsp:cNvSpPr/>
      </dsp:nvSpPr>
      <dsp:spPr>
        <a:xfrm>
          <a:off x="6110316" y="1490219"/>
          <a:ext cx="1832722" cy="1965600"/>
        </a:xfrm>
        <a:prstGeom prst="upArrowCallout">
          <a:avLst>
            <a:gd name="adj1" fmla="val 50000"/>
            <a:gd name="adj2" fmla="val 20000"/>
            <a:gd name="adj3" fmla="val 20000"/>
            <a:gd name="adj4" fmla="val 100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4567" tIns="165100" rIns="144567" bIns="165100" numCol="1" spcCol="1270" anchor="t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Retrieve relevant text</a:t>
          </a:r>
        </a:p>
      </dsp:txBody>
      <dsp:txXfrm>
        <a:off x="6110316" y="1856763"/>
        <a:ext cx="1832722" cy="1599056"/>
      </dsp:txXfrm>
    </dsp:sp>
    <dsp:sp modelId="{B49078A1-4657-4E80-A5DF-B155232F7EE8}">
      <dsp:nvSpPr>
        <dsp:cNvPr id="0" name=""/>
        <dsp:cNvSpPr/>
      </dsp:nvSpPr>
      <dsp:spPr>
        <a:xfrm>
          <a:off x="8146674" y="918657"/>
          <a:ext cx="916361" cy="72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267788D-917D-4F4D-AEA7-49EC55EF0B1A}">
      <dsp:nvSpPr>
        <dsp:cNvPr id="0" name=""/>
        <dsp:cNvSpPr/>
      </dsp:nvSpPr>
      <dsp:spPr>
        <a:xfrm>
          <a:off x="8657110" y="512767"/>
          <a:ext cx="811851" cy="811851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1504" tIns="31504" rIns="31504" bIns="31504" numCol="1" spcCol="1270" anchor="ctr" anchorCtr="0">
          <a:noAutofit/>
        </a:bodyPr>
        <a:lstStyle/>
        <a:p>
          <a:pPr marL="0" lvl="0" indent="0" algn="ctr" defTabSz="1689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800" kern="1200"/>
            <a:t>5</a:t>
          </a:r>
        </a:p>
      </dsp:txBody>
      <dsp:txXfrm>
        <a:off x="8776003" y="631660"/>
        <a:ext cx="574065" cy="574065"/>
      </dsp:txXfrm>
    </dsp:sp>
    <dsp:sp modelId="{9BF8A5BF-B9AF-4C01-81B8-D34589BD7639}">
      <dsp:nvSpPr>
        <dsp:cNvPr id="0" name=""/>
        <dsp:cNvSpPr/>
      </dsp:nvSpPr>
      <dsp:spPr>
        <a:xfrm>
          <a:off x="8146674" y="1490219"/>
          <a:ext cx="1832722" cy="1965600"/>
        </a:xfrm>
        <a:prstGeom prst="upArrowCallout">
          <a:avLst>
            <a:gd name="adj1" fmla="val 50000"/>
            <a:gd name="adj2" fmla="val 20000"/>
            <a:gd name="adj3" fmla="val 20000"/>
            <a:gd name="adj4" fmla="val 100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4567" tIns="165100" rIns="144567" bIns="165100" numCol="1" spcCol="1270" anchor="t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Generate answers</a:t>
          </a:r>
        </a:p>
      </dsp:txBody>
      <dsp:txXfrm>
        <a:off x="8146674" y="1856763"/>
        <a:ext cx="1832722" cy="1599056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72C12D4-91CF-4317-B1E7-D18DEFFF3189}">
      <dsp:nvSpPr>
        <dsp:cNvPr id="0" name=""/>
        <dsp:cNvSpPr/>
      </dsp:nvSpPr>
      <dsp:spPr>
        <a:xfrm>
          <a:off x="401" y="1727352"/>
          <a:ext cx="1626933" cy="1952319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0705" tIns="0" rIns="160705" bIns="330200" numCol="1" spcCol="1270" anchor="t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b="0" i="0" kern="1200" baseline="0"/>
            <a:t>ConversationBufferMemory</a:t>
          </a:r>
          <a:endParaRPr lang="en-US" sz="1100" kern="1200"/>
        </a:p>
      </dsp:txBody>
      <dsp:txXfrm>
        <a:off x="401" y="2508280"/>
        <a:ext cx="1626933" cy="1171391"/>
      </dsp:txXfrm>
    </dsp:sp>
    <dsp:sp modelId="{E12B7C42-4A07-4D00-8C1E-CF6AE91C4866}">
      <dsp:nvSpPr>
        <dsp:cNvPr id="0" name=""/>
        <dsp:cNvSpPr/>
      </dsp:nvSpPr>
      <dsp:spPr>
        <a:xfrm>
          <a:off x="401" y="1727352"/>
          <a:ext cx="1626933" cy="780927"/>
        </a:xfrm>
        <a:prstGeom prst="rect">
          <a:avLst/>
        </a:prstGeom>
        <a:noFill/>
        <a:ln w="12700" cap="flat" cmpd="sng" algn="ctr">
          <a:noFill/>
          <a:prstDash val="solid"/>
        </a:ln>
        <a:effectLst/>
        <a:sp3d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0705" tIns="165100" rIns="160705" bIns="165100" numCol="1" spcCol="1270" anchor="ctr" anchorCtr="0">
          <a:noAutofit/>
        </a:bodyPr>
        <a:lstStyle/>
        <a:p>
          <a:pPr marL="0" lvl="0" indent="0" algn="l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300" kern="1200"/>
            <a:t>01</a:t>
          </a:r>
        </a:p>
      </dsp:txBody>
      <dsp:txXfrm>
        <a:off x="401" y="1727352"/>
        <a:ext cx="1626933" cy="780927"/>
      </dsp:txXfrm>
    </dsp:sp>
    <dsp:sp modelId="{8A83DDF2-38A5-412E-97E6-B82AA5DBCADE}">
      <dsp:nvSpPr>
        <dsp:cNvPr id="0" name=""/>
        <dsp:cNvSpPr/>
      </dsp:nvSpPr>
      <dsp:spPr>
        <a:xfrm>
          <a:off x="1757489" y="1727352"/>
          <a:ext cx="1626933" cy="1952319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0705" tIns="0" rIns="160705" bIns="330200" numCol="1" spcCol="1270" anchor="t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b="0" i="0" kern="1200" baseline="0"/>
            <a:t>ConversationSummaryMemory</a:t>
          </a:r>
          <a:endParaRPr lang="en-US" sz="1100" kern="1200"/>
        </a:p>
      </dsp:txBody>
      <dsp:txXfrm>
        <a:off x="1757489" y="2508280"/>
        <a:ext cx="1626933" cy="1171391"/>
      </dsp:txXfrm>
    </dsp:sp>
    <dsp:sp modelId="{7D05002B-01C6-4520-91CC-621102DE2AAB}">
      <dsp:nvSpPr>
        <dsp:cNvPr id="0" name=""/>
        <dsp:cNvSpPr/>
      </dsp:nvSpPr>
      <dsp:spPr>
        <a:xfrm>
          <a:off x="1757489" y="1727352"/>
          <a:ext cx="1626933" cy="780927"/>
        </a:xfrm>
        <a:prstGeom prst="rect">
          <a:avLst/>
        </a:prstGeom>
        <a:noFill/>
        <a:ln w="12700" cap="flat" cmpd="sng" algn="ctr">
          <a:noFill/>
          <a:prstDash val="solid"/>
        </a:ln>
        <a:effectLst/>
        <a:sp3d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0705" tIns="165100" rIns="160705" bIns="165100" numCol="1" spcCol="1270" anchor="ctr" anchorCtr="0">
          <a:noAutofit/>
        </a:bodyPr>
        <a:lstStyle/>
        <a:p>
          <a:pPr marL="0" lvl="0" indent="0" algn="l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300" kern="1200"/>
            <a:t>02</a:t>
          </a:r>
        </a:p>
      </dsp:txBody>
      <dsp:txXfrm>
        <a:off x="1757489" y="1727352"/>
        <a:ext cx="1626933" cy="780927"/>
      </dsp:txXfrm>
    </dsp:sp>
    <dsp:sp modelId="{9DA0F688-0A71-4A50-AE6E-C95A42F9B92C}">
      <dsp:nvSpPr>
        <dsp:cNvPr id="0" name=""/>
        <dsp:cNvSpPr/>
      </dsp:nvSpPr>
      <dsp:spPr>
        <a:xfrm>
          <a:off x="3514577" y="1727352"/>
          <a:ext cx="1626933" cy="1952319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0705" tIns="0" rIns="160705" bIns="330200" numCol="1" spcCol="1270" anchor="t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b="0" i="0" kern="1200" baseline="0"/>
            <a:t>ConversationBufferWindowMemory</a:t>
          </a:r>
          <a:endParaRPr lang="en-US" sz="1100" kern="1200"/>
        </a:p>
      </dsp:txBody>
      <dsp:txXfrm>
        <a:off x="3514577" y="2508280"/>
        <a:ext cx="1626933" cy="1171391"/>
      </dsp:txXfrm>
    </dsp:sp>
    <dsp:sp modelId="{4087A9D9-2DC5-4083-A7F1-D3CACD2C3643}">
      <dsp:nvSpPr>
        <dsp:cNvPr id="0" name=""/>
        <dsp:cNvSpPr/>
      </dsp:nvSpPr>
      <dsp:spPr>
        <a:xfrm>
          <a:off x="3514577" y="1727352"/>
          <a:ext cx="1626933" cy="780927"/>
        </a:xfrm>
        <a:prstGeom prst="rect">
          <a:avLst/>
        </a:prstGeom>
        <a:noFill/>
        <a:ln w="12700" cap="flat" cmpd="sng" algn="ctr">
          <a:noFill/>
          <a:prstDash val="solid"/>
        </a:ln>
        <a:effectLst/>
        <a:sp3d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0705" tIns="165100" rIns="160705" bIns="165100" numCol="1" spcCol="1270" anchor="ctr" anchorCtr="0">
          <a:noAutofit/>
        </a:bodyPr>
        <a:lstStyle/>
        <a:p>
          <a:pPr marL="0" lvl="0" indent="0" algn="l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300" kern="1200"/>
            <a:t>03</a:t>
          </a:r>
        </a:p>
      </dsp:txBody>
      <dsp:txXfrm>
        <a:off x="3514577" y="1727352"/>
        <a:ext cx="1626933" cy="780927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BFCBF0F-7693-4CC2-9439-503F71BBA208}">
      <dsp:nvSpPr>
        <dsp:cNvPr id="0" name=""/>
        <dsp:cNvSpPr/>
      </dsp:nvSpPr>
      <dsp:spPr>
        <a:xfrm>
          <a:off x="1283" y="604105"/>
          <a:ext cx="2737367" cy="1642420"/>
        </a:xfrm>
        <a:prstGeom prst="roundRect">
          <a:avLst>
            <a:gd name="adj" fmla="val 1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400" kern="1200"/>
            <a:t>LangChain (RetrievalQA &amp; ConversationalRetrievalChain)</a:t>
          </a:r>
          <a:endParaRPr lang="en-US" sz="1400" kern="1200"/>
        </a:p>
      </dsp:txBody>
      <dsp:txXfrm>
        <a:off x="49388" y="652210"/>
        <a:ext cx="2641157" cy="1546210"/>
      </dsp:txXfrm>
    </dsp:sp>
    <dsp:sp modelId="{1DF4F390-C069-4E6E-BE7C-A324B73EC291}">
      <dsp:nvSpPr>
        <dsp:cNvPr id="0" name=""/>
        <dsp:cNvSpPr/>
      </dsp:nvSpPr>
      <dsp:spPr>
        <a:xfrm>
          <a:off x="2979539" y="1085882"/>
          <a:ext cx="580321" cy="678867"/>
        </a:xfrm>
        <a:prstGeom prst="rightArrow">
          <a:avLst>
            <a:gd name="adj1" fmla="val 60000"/>
            <a:gd name="adj2" fmla="val 5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100" kern="1200"/>
        </a:p>
      </dsp:txBody>
      <dsp:txXfrm>
        <a:off x="2979539" y="1221655"/>
        <a:ext cx="406225" cy="407321"/>
      </dsp:txXfrm>
    </dsp:sp>
    <dsp:sp modelId="{47224811-E255-4918-B384-3D30146BC757}">
      <dsp:nvSpPr>
        <dsp:cNvPr id="0" name=""/>
        <dsp:cNvSpPr/>
      </dsp:nvSpPr>
      <dsp:spPr>
        <a:xfrm>
          <a:off x="3833598" y="604105"/>
          <a:ext cx="2737367" cy="1642420"/>
        </a:xfrm>
        <a:prstGeom prst="roundRect">
          <a:avLst>
            <a:gd name="adj" fmla="val 10000"/>
          </a:avLst>
        </a:prstGeom>
        <a:solidFill>
          <a:schemeClr val="accent5">
            <a:hueOff val="-7107707"/>
            <a:satOff val="4040"/>
            <a:lumOff val="-3333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400" kern="1200"/>
            <a:t>OpenAI API (LLM)</a:t>
          </a:r>
          <a:endParaRPr lang="en-US" sz="1400" kern="1200"/>
        </a:p>
      </dsp:txBody>
      <dsp:txXfrm>
        <a:off x="3881703" y="652210"/>
        <a:ext cx="2641157" cy="1546210"/>
      </dsp:txXfrm>
    </dsp:sp>
    <dsp:sp modelId="{55E0865C-FE49-4000-A5E8-C601DC6C3751}">
      <dsp:nvSpPr>
        <dsp:cNvPr id="0" name=""/>
        <dsp:cNvSpPr/>
      </dsp:nvSpPr>
      <dsp:spPr>
        <a:xfrm rot="5400000">
          <a:off x="4912121" y="2438142"/>
          <a:ext cx="580321" cy="678867"/>
        </a:xfrm>
        <a:prstGeom prst="rightArrow">
          <a:avLst>
            <a:gd name="adj1" fmla="val 60000"/>
            <a:gd name="adj2" fmla="val 50000"/>
          </a:avLst>
        </a:prstGeom>
        <a:solidFill>
          <a:schemeClr val="accent5">
            <a:hueOff val="-10661560"/>
            <a:satOff val="6060"/>
            <a:lumOff val="-500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100" kern="1200"/>
        </a:p>
      </dsp:txBody>
      <dsp:txXfrm rot="-5400000">
        <a:off x="4998621" y="2487415"/>
        <a:ext cx="407321" cy="406225"/>
      </dsp:txXfrm>
    </dsp:sp>
    <dsp:sp modelId="{446254BC-44A3-4713-91FC-4052EB97361F}">
      <dsp:nvSpPr>
        <dsp:cNvPr id="0" name=""/>
        <dsp:cNvSpPr/>
      </dsp:nvSpPr>
      <dsp:spPr>
        <a:xfrm>
          <a:off x="3833598" y="3341473"/>
          <a:ext cx="2737367" cy="1642420"/>
        </a:xfrm>
        <a:prstGeom prst="roundRect">
          <a:avLst>
            <a:gd name="adj" fmla="val 10000"/>
          </a:avLst>
        </a:prstGeom>
        <a:solidFill>
          <a:schemeClr val="accent5">
            <a:hueOff val="-14215414"/>
            <a:satOff val="8079"/>
            <a:lumOff val="-6667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400" kern="1200"/>
            <a:t>FAISS or Chroma (Vector DB)</a:t>
          </a:r>
          <a:endParaRPr lang="en-US" sz="1400" kern="1200"/>
        </a:p>
      </dsp:txBody>
      <dsp:txXfrm>
        <a:off x="3881703" y="3389578"/>
        <a:ext cx="2641157" cy="1546210"/>
      </dsp:txXfrm>
    </dsp:sp>
    <dsp:sp modelId="{3C897A71-7D6A-44E2-ACEF-E93AE3AB4DFF}">
      <dsp:nvSpPr>
        <dsp:cNvPr id="0" name=""/>
        <dsp:cNvSpPr/>
      </dsp:nvSpPr>
      <dsp:spPr>
        <a:xfrm rot="10800000">
          <a:off x="3012388" y="3823250"/>
          <a:ext cx="580321" cy="678867"/>
        </a:xfrm>
        <a:prstGeom prst="rightArrow">
          <a:avLst>
            <a:gd name="adj1" fmla="val 60000"/>
            <a:gd name="adj2" fmla="val 50000"/>
          </a:avLst>
        </a:prstGeom>
        <a:solidFill>
          <a:schemeClr val="accent5">
            <a:hueOff val="-21323121"/>
            <a:satOff val="12119"/>
            <a:lumOff val="-1000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100" kern="1200"/>
        </a:p>
      </dsp:txBody>
      <dsp:txXfrm rot="10800000">
        <a:off x="3186484" y="3959023"/>
        <a:ext cx="406225" cy="407321"/>
      </dsp:txXfrm>
    </dsp:sp>
    <dsp:sp modelId="{11E9E347-E9CD-43CB-B69A-05B96704F792}">
      <dsp:nvSpPr>
        <dsp:cNvPr id="0" name=""/>
        <dsp:cNvSpPr/>
      </dsp:nvSpPr>
      <dsp:spPr>
        <a:xfrm>
          <a:off x="1283" y="3341473"/>
          <a:ext cx="2737367" cy="1642420"/>
        </a:xfrm>
        <a:prstGeom prst="roundRect">
          <a:avLst>
            <a:gd name="adj" fmla="val 10000"/>
          </a:avLst>
        </a:prstGeom>
        <a:solidFill>
          <a:schemeClr val="accent5">
            <a:hueOff val="-21323121"/>
            <a:satOff val="12119"/>
            <a:lumOff val="-1000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400" kern="1200"/>
            <a:t>Streamlit (optional UI layer)</a:t>
          </a:r>
          <a:endParaRPr lang="en-US" sz="1400" kern="1200"/>
        </a:p>
      </dsp:txBody>
      <dsp:txXfrm>
        <a:off x="49388" y="3389578"/>
        <a:ext cx="2641157" cy="154621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Process5">
  <dgm:title val=""/>
  <dgm:desc val=""/>
  <dgm:catLst>
    <dgm:cat type="process" pri="1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</dgm:cxnLst>
      <dgm:bg/>
      <dgm:whole/>
    </dgm:dataModel>
  </dgm:clrData>
  <dgm:layoutNode name="outerComposite">
    <dgm:varLst>
      <dgm:chMax val="5"/>
      <dgm:dir/>
      <dgm:resizeHandles val="exact"/>
    </dgm:varLst>
    <dgm:alg type="composite"/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l" for="ch" forName="TwoNodes_1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r" for="ch" forName="TwoNodes_2" refType="w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r" for="ch" forName="TwoConn_1-2" refType="r" refFor="ch" refForName="TwoNodes_1"/>
          <dgm:constr type="r" for="ch" forName="TwoNodes_1_text" refType="l" refFor="ch" refForName="TwoConn_1-2"/>
          <dgm:constr type="rOff" for="ch" forName="TwoNodes_1_text" refType="w" refFor="ch" refForName="TwoConn_1-2" fact="-0.5"/>
          <dgm:constr type="t" for="ch" forName="TwoNodes_1_text" refType="t" refFor="ch" refForName="TwoNodes_1"/>
          <dgm:constr type="b" for="ch" forName="TwoNodes_1_text" refType="b" refFor="ch" refForName="TwoNodes_1"/>
          <dgm:constr type="l" for="ch" forName="TwoNodes_1_text" refType="l" refFor="ch" refForName="TwoNodes_1"/>
          <dgm:constr type="r" for="ch" forName="TwoNodes_2_text" refType="l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l" for="ch" forName="TwoNodes_2_text" refType="l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l" for="ch" forName="ThreeNodes_1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r" for="ch" forName="ThreeNodes_3" refType="w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r" for="ch" forName="ThreeConn_1-2" refType="r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r" for="ch" forName="ThreeConn_2-3" refType="r" refFor="ch" refForName="ThreeNodes_2"/>
          <dgm:constr type="r" for="ch" forName="ThreeNodes_1_text" refType="l" refFor="ch" refForName="ThreeConn_1-2"/>
          <dgm:constr type="rOff" for="ch" forName="ThreeNodes_1_text" refType="w" refFor="ch" refForName="ThreeConn_1-2" fact="-0.57"/>
          <dgm:constr type="t" for="ch" forName="ThreeNodes_1_text" refType="t" refFor="ch" refForName="ThreeNodes_1"/>
          <dgm:constr type="b" for="ch" forName="ThreeNodes_1_text" refType="b" refFor="ch" refForName="ThreeNodes_1"/>
          <dgm:constr type="l" for="ch" forName="ThreeNodes_1_text" refType="l" refFor="ch" refForName="ThreeNodes_1"/>
          <dgm:constr type="r" for="ch" forName="ThreeNodes_2_text" refType="l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l" for="ch" forName="ThreeNodes_2_text" refType="l" refFor="ch" refForName="ThreeNodes_2"/>
          <dgm:constr type="r" for="ch" forName="ThreeNodes_3_text" refType="l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l" for="ch" forName="ThreeNodes_3_text" refType="l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l" for="ch" forName="FourNodes_1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467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533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r" for="ch" forName="FourNodes_4" refType="w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r" for="ch" forName="FourConn_1-2" refType="r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r" for="ch" forName="FourConn_2-3" refType="r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r" for="ch" forName="FourConn_3-4" refType="r" refFor="ch" refForName="FourNodes_3"/>
          <dgm:constr type="r" for="ch" forName="FourNodes_1_text" refType="l" refFor="ch" refForName="FourConn_1-2"/>
          <dgm:constr type="rOff" for="ch" forName="FourNodes_1_text" refType="w" refFor="ch" refForName="FourConn_1-2" fact="-0.7"/>
          <dgm:constr type="t" for="ch" forName="FourNodes_1_text" refType="t" refFor="ch" refForName="FourNodes_1"/>
          <dgm:constr type="b" for="ch" forName="FourNodes_1_text" refType="b" refFor="ch" refForName="FourNodes_1"/>
          <dgm:constr type="l" for="ch" forName="FourNodes_1_text" refType="l" refFor="ch" refForName="FourNodes_1"/>
          <dgm:constr type="r" for="ch" forName="FourNodes_2_text" refType="l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l" for="ch" forName="FourNodes_2_text" refType="l" refFor="ch" refForName="FourNodes_2"/>
          <dgm:constr type="r" for="ch" forName="FourNodes_3_text" refType="l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l" for="ch" forName="FourNodes_3_text" refType="l" refFor="ch" refForName="FourNodes_3"/>
          <dgm:constr type="r" for="ch" forName="FourNodes_4_text" refType="l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l" for="ch" forName="FourNodes_4_text" refType="l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l" for="ch" forName="FiveNodes_1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442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557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r" for="ch" forName="FiveNodes_5" refType="w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r" for="ch" forName="FiveConn_1-2" refType="r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r" for="ch" forName="FiveConn_2-3" refType="r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r" for="ch" forName="FiveConn_3-4" refType="r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r" for="ch" forName="FiveConn_4-5" refType="r" refFor="ch" refForName="FiveNodes_4"/>
          <dgm:constr type="r" for="ch" forName="FiveNodes_1_text" refType="l" refFor="ch" refForName="FiveConn_1-2"/>
          <dgm:constr type="rOff" for="ch" forName="FiveNodes_1_text" refType="w" refFor="ch" refForName="FiveConn_1-2" fact="-0.75"/>
          <dgm:constr type="t" for="ch" forName="FiveNodes_1_text" refType="t" refFor="ch" refForName="FiveNodes_1"/>
          <dgm:constr type="b" for="ch" forName="FiveNodes_1_text" refType="b" refFor="ch" refForName="FiveNodes_1"/>
          <dgm:constr type="l" for="ch" forName="FiveNodes_1_text" refType="l" refFor="ch" refForName="FiveNodes_1"/>
          <dgm:constr type="r" for="ch" forName="FiveNodes_2_text" refType="l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l" for="ch" forName="FiveNodes_2_text" refType="l" refFor="ch" refForName="FiveNodes_2"/>
          <dgm:constr type="r" for="ch" forName="FiveNodes_3_text" refType="l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l" for="ch" forName="FiveNodes_3_text" refType="l" refFor="ch" refForName="FiveNodes_3"/>
          <dgm:constr type="r" for="ch" forName="FiveNodes_4_text" refType="l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l" for="ch" forName="FiveNodes_4_text" refType="l" refFor="ch" refForName="FiveNodes_4"/>
          <dgm:constr type="r" for="ch" forName="FiveNodes_5_text" refType="l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l" for="ch" forName="FiveNodes_5_text" refType="l" refFor="ch" refForName="FiveNodes_5"/>
        </dgm:constrLst>
      </dgm:if>
      <dgm:else name="Name2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r" for="ch" forName="TwoNodes_1" refType="w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l" for="ch" forName="TwoNodes_2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l" for="ch" forName="TwoConn_1-2" refType="l" refFor="ch" refForName="TwoNodes_1"/>
          <dgm:constr type="l" for="ch" forName="TwoNodes_1_text" refType="r" refFor="ch" refForName="TwoConn_1-2"/>
          <dgm:constr type="lOff" for="ch" forName="TwoNodes_1_text" refType="w" refFor="ch" refForName="TwoConn_1-2" fact="0.5"/>
          <dgm:constr type="t" for="ch" forName="TwoNodes_1_text" refType="t" refFor="ch" refForName="TwoNodes_1"/>
          <dgm:constr type="b" for="ch" forName="TwoNodes_1_text" refType="b" refFor="ch" refForName="TwoNodes_1"/>
          <dgm:constr type="r" for="ch" forName="TwoNodes_1_text" refType="r" refFor="ch" refForName="TwoNodes_1"/>
          <dgm:constr type="l" for="ch" forName="TwoNodes_2_text" refType="r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r" for="ch" forName="TwoNodes_2_text" refType="r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r" for="ch" forName="ThreeNodes_1" refType="w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l" for="ch" forName="ThreeNodes_3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l" for="ch" forName="ThreeConn_1-2" refType="l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l" for="ch" forName="ThreeConn_2-3" refType="l" refFor="ch" refForName="ThreeNodes_2"/>
          <dgm:constr type="l" for="ch" forName="ThreeNodes_1_text" refType="r" refFor="ch" refForName="ThreeConn_1-2"/>
          <dgm:constr type="lOff" for="ch" forName="ThreeNodes_1_text" refType="w" refFor="ch" refForName="ThreeConn_1-2" fact="0.55"/>
          <dgm:constr type="t" for="ch" forName="ThreeNodes_1_text" refType="t" refFor="ch" refForName="ThreeNodes_1"/>
          <dgm:constr type="b" for="ch" forName="ThreeNodes_1_text" refType="b" refFor="ch" refForName="ThreeNodes_1"/>
          <dgm:constr type="r" for="ch" forName="ThreeNodes_1_text" refType="r" refFor="ch" refForName="ThreeNodes_1"/>
          <dgm:constr type="l" for="ch" forName="ThreeNodes_2_text" refType="r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r" for="ch" forName="ThreeNodes_2_text" refType="r" refFor="ch" refForName="ThreeNodes_2"/>
          <dgm:constr type="l" for="ch" forName="ThreeNodes_3_text" refType="r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r" for="ch" forName="ThreeNodes_3_text" refType="r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r" for="ch" forName="FourNodes_1" refType="w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533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467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l" for="ch" forName="FourNodes_4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l" for="ch" forName="FourConn_1-2" refType="l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l" for="ch" forName="FourConn_2-3" refType="l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l" for="ch" forName="FourConn_3-4" refType="l" refFor="ch" refForName="FourNodes_3"/>
          <dgm:constr type="l" for="ch" forName="FourNodes_1_text" refType="r" refFor="ch" refForName="FourConn_1-2"/>
          <dgm:constr type="lOff" for="ch" forName="FourNodes_1_text" refType="w" refFor="ch" refForName="FourConn_1-2" fact="0.69"/>
          <dgm:constr type="t" for="ch" forName="FourNodes_1_text" refType="t" refFor="ch" refForName="FourNodes_1"/>
          <dgm:constr type="b" for="ch" forName="FourNodes_1_text" refType="b" refFor="ch" refForName="FourNodes_1"/>
          <dgm:constr type="r" for="ch" forName="FourNodes_1_text" refType="r" refFor="ch" refForName="FourNodes_1"/>
          <dgm:constr type="l" for="ch" forName="FourNodes_2_text" refType="r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r" for="ch" forName="FourNodes_2_text" refType="r" refFor="ch" refForName="FourNodes_2"/>
          <dgm:constr type="l" for="ch" forName="FourNodes_3_text" refType="r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r" for="ch" forName="FourNodes_3_text" refType="r" refFor="ch" refForName="FourNodes_3"/>
          <dgm:constr type="l" for="ch" forName="FourNodes_4_text" refType="r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r" for="ch" forName="FourNodes_4_text" refType="r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r" for="ch" forName="FiveNodes_1" refType="w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557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442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l" for="ch" forName="FiveNodes_5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l" for="ch" forName="FiveConn_1-2" refType="l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l" for="ch" forName="FiveConn_2-3" refType="l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l" for="ch" forName="FiveConn_3-4" refType="l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l" for="ch" forName="FiveConn_4-5" refType="l" refFor="ch" refForName="FiveNodes_4"/>
          <dgm:constr type="l" for="ch" forName="FiveNodes_1_text" refType="r" refFor="ch" refForName="FiveConn_1-2"/>
          <dgm:constr type="lOff" for="ch" forName="FiveNodes_1_text" refType="w" refFor="ch" refForName="FiveConn_1-2" fact="0.73"/>
          <dgm:constr type="t" for="ch" forName="FiveNodes_1_text" refType="t" refFor="ch" refForName="FiveNodes_1"/>
          <dgm:constr type="b" for="ch" forName="FiveNodes_1_text" refType="b" refFor="ch" refForName="FiveNodes_1"/>
          <dgm:constr type="r" for="ch" forName="FiveNodes_1_text" refType="r" refFor="ch" refForName="FiveNodes_1"/>
          <dgm:constr type="l" for="ch" forName="FiveNodes_2_text" refType="r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r" for="ch" forName="FiveNodes_2_text" refType="r" refFor="ch" refForName="FiveNodes_2"/>
          <dgm:constr type="l" for="ch" forName="FiveNodes_3_text" refType="r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r" for="ch" forName="FiveNodes_3_text" refType="r" refFor="ch" refForName="FiveNodes_3"/>
          <dgm:constr type="l" for="ch" forName="FiveNodes_4_text" refType="r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r" for="ch" forName="FiveNodes_4_text" refType="r" refFor="ch" refForName="FiveNodes_4"/>
          <dgm:constr type="l" for="ch" forName="FiveNodes_5_text" refType="r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r" for="ch" forName="FiveNodes_5_text" refType="r" refFor="ch" refForName="FiveNodes_5"/>
        </dgm:constrLst>
      </dgm:else>
    </dgm:choose>
    <dgm:ruleLst/>
    <dgm:layoutNode name="dummyMaxCanvas">
      <dgm:varLst/>
      <dgm:alg type="sp"/>
      <dgm:shape xmlns:r="http://schemas.openxmlformats.org/officeDocument/2006/relationships" r:blip="">
        <dgm:adjLst/>
      </dgm:shape>
      <dgm:presOf/>
      <dgm:constrLst/>
      <dgm:ruleLst/>
    </dgm:layoutNode>
    <dgm:choose name="Name3">
      <dgm:if name="Name4" axis="ch" ptType="node" func="cnt" op="equ" val="1">
        <dgm:layoutNode name="OneNode_1">
          <dgm:varLst>
            <dgm:bulletEnabled val="1"/>
          </dgm:varLst>
          <dgm:alg type="tx"/>
          <dgm:shape xmlns:r="http://schemas.openxmlformats.org/officeDocument/2006/relationships" type="roundRect" r:blip="">
            <dgm:adjLst>
              <dgm:adj idx="1" val="0.1"/>
            </dgm:adjLst>
          </dgm:shape>
          <dgm:presOf axis="ch desOrSelf" ptType="node node" st="1 1" cnt="1 0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if>
      <dgm:else name="Name5">
        <dgm:choose name="Name6">
          <dgm:if name="Name7" axis="ch" ptType="node" func="cnt" op="equ" val="2">
            <dgm:layoutNode name="TwoNodes_1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1 1" cnt="1 0"/>
              <dgm:constrLst/>
              <dgm:ruleLst/>
            </dgm:layoutNode>
            <dgm:layoutNode name="TwoNodes_2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2 1" cnt="1 0"/>
              <dgm:constrLst/>
              <dgm:ruleLst/>
            </dgm:layoutNode>
            <dgm:layoutNode name="TwoConn_1-2" styleLbl="fgAccFollowNode1">
              <dgm:varLst>
                <dgm:bulletEnabled val="1"/>
              </dgm:varLst>
              <dgm:alg type="tx"/>
              <dgm:shape xmlns:r="http://schemas.openxmlformats.org/officeDocument/2006/relationships" type="downArrow" r:blip="">
                <dgm:adjLst>
                  <dgm:adj idx="1" val="0.55"/>
                  <dgm:adj idx="2" val="0.45"/>
                </dgm:adjLst>
              </dgm:shape>
              <dgm:presOf axis="ch" ptType="sibTrans" cnt="1"/>
              <dgm:constrLst>
                <dgm:constr type="lMarg" refType="primFontSz" fact="0.1"/>
                <dgm:constr type="rMarg" refType="primFontSz" fact="0.1"/>
                <dgm:constr type="tMarg" refType="primFontSz" fact="0.1"/>
                <dgm:constr type="bMarg" refType="primFontSz" fact="0.1"/>
              </dgm:constrLst>
              <dgm:ruleLst>
                <dgm:rule type="primFontSz" val="5" fact="NaN" max="NaN"/>
              </dgm:ruleLst>
            </dgm:layoutNode>
            <dgm:layoutNode name="TwoNodes_1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1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  <dgm:layoutNode name="TwoNodes_2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2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</dgm:if>
          <dgm:else name="Name8">
            <dgm:choose name="Name9">
              <dgm:if name="Name10" axis="ch" ptType="node" func="cnt" op="equ" val="3">
                <dgm:layoutNode name="ThreeNodes_1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1 1" cnt="1 0"/>
                  <dgm:constrLst/>
                  <dgm:ruleLst/>
                </dgm:layoutNode>
                <dgm:layoutNode name="ThreeNodes_2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2 1" cnt="1 0"/>
                  <dgm:constrLst/>
                  <dgm:ruleLst/>
                </dgm:layoutNode>
                <dgm:layoutNode name="ThreeNodes_3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3 1" cnt="1 0"/>
                  <dgm:constrLst/>
                  <dgm:ruleLst/>
                </dgm:layoutNode>
                <dgm:layoutNode name="ThreeConn_1-2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Conn_2-3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st="2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Nodes_1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1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2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2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3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3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</dgm:if>
              <dgm:else name="Name11">
                <dgm:choose name="Name12">
                  <dgm:if name="Name13" axis="ch" ptType="node" func="cnt" op="equ" val="4">
                    <dgm:layoutNode name="FourNodes_1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/>
                      <dgm:ruleLst/>
                    </dgm:layoutNode>
                    <dgm:layoutNode name="FourNodes_2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/>
                      <dgm:ruleLst/>
                    </dgm:layoutNode>
                    <dgm:layoutNode name="FourNodes_3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/>
                      <dgm:ruleLst/>
                    </dgm:layoutNode>
                    <dgm:layoutNode name="FourNodes_4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/>
                      <dgm:ruleLst/>
                    </dgm:layoutNode>
                    <dgm:layoutNode name="FourConn_1-2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2-3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2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3-4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3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1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2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3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4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if>
                  <dgm:else name="Name14">
                    <dgm:choose name="Name15">
                      <dgm:if name="Name16" axis="ch" ptType="node" func="cnt" op="gte" val="5">
                        <dgm:layoutNode name="FiveNodes_1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/>
                          <dgm:ruleLst/>
                        </dgm:layoutNode>
                        <dgm:layoutNode name="FiveNodes_2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/>
                          <dgm:ruleLst/>
                        </dgm:layoutNode>
                        <dgm:layoutNode name="FiveNodes_3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/>
                          <dgm:ruleLst/>
                        </dgm:layoutNode>
                        <dgm:layoutNode name="FiveNodes_4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/>
                          <dgm:ruleLst/>
                        </dgm:layoutNode>
                        <dgm:layoutNode name="FiveNodes_5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/>
                          <dgm:ruleLst/>
                        </dgm:layoutNode>
                        <dgm:layoutNode name="FiveConn_1-2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2-3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2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3-4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3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4-5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4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1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2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3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4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5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</dgm:if>
                      <dgm:else name="Name17"/>
                    </dgm:choose>
                  </dgm:else>
                </dgm:choose>
              </dgm:else>
            </dgm:choose>
          </dgm:else>
        </dgm:choose>
      </dgm:else>
    </dgm:choose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6/7/layout/BasicLinearProcessNumbered">
  <dgm:title val="Basic Linear Process Numbered"/>
  <dgm:desc val="Used to show a progression; a timeline; sequential steps in a task, process, or workflow; or to emphasize movement or direction. Automatic numbers have been introduced to show the steps of the process which appears in a circle. Level 1 and Level 2 text appear in a rectangle."/>
  <dgm:catLst>
    <dgm:cat type="process" pri="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  <dgm:pt modelId="3">
          <dgm:prSet phldr="1"/>
        </dgm:pt>
        <dgm:pt modelId="31">
          <dgm:prSet phldr="1"/>
        </dgm:pt>
        <dgm:pt modelId="101" type="sibTrans" cxnId="4">
          <dgm:prSet phldrT="1"/>
          <dgm:t>
            <a:bodyPr/>
            <a:lstStyle/>
            <a:p>
              <a:r>
                <a:t>1</a:t>
              </a:r>
            </a:p>
          </dgm:t>
        </dgm:pt>
        <dgm:pt modelId="201" type="sibTrans" cxnId="5">
          <dgm:prSet phldrT="2"/>
          <dgm:t>
            <a:bodyPr/>
            <a:lstStyle/>
            <a:p>
              <a:r>
                <a:t>2</a:t>
              </a:r>
            </a:p>
          </dgm:t>
        </dgm:pt>
        <dgm:pt modelId="301" type="sibTrans" cxnId="6">
          <dgm:prSet phldrT="3"/>
          <dgm:t>
            <a:bodyPr/>
            <a:lstStyle/>
            <a:p>
              <a:r>
                <a:t>3</a:t>
              </a:r>
            </a:p>
          </dgm:t>
        </dgm:pt>
      </dgm:ptLst>
      <dgm:cxnLst>
        <dgm:cxn modelId="4" srcId="0" destId="1" srcOrd="0" destOrd="0" sibTransId="101"/>
        <dgm:cxn modelId="5" srcId="0" destId="2" srcOrd="1" destOrd="0" sibTransId="201"/>
        <dgm:cxn modelId="6" srcId="0" destId="3" srcOrd="2" destOrd="0" sibTransId="301"/>
        <dgm:cxn modelId="13" srcId="1" destId="11" srcOrd="0" destOrd="0"/>
        <dgm:cxn modelId="23" srcId="2" destId="21" srcOrd="0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animLvl val="lvl"/>
      <dgm:resizeHandles val="exact"/>
    </dgm:varLst>
    <dgm:alg type="lin">
      <dgm:param type="linDir" val="fromL"/>
      <dgm:param type="nodeVertAlign" val="t"/>
    </dgm:alg>
    <dgm:shape xmlns:r="http://schemas.openxmlformats.org/officeDocument/2006/relationships" r:blip="">
      <dgm:adjLst/>
    </dgm:shape>
    <dgm:presOf/>
    <dgm:constrLst>
      <dgm:constr type="h" for="ch" forName="compositeNode" refType="h"/>
      <dgm:constr type="w" for="ch" forName="compositeNode" refType="w"/>
      <dgm:constr type="w" for="des" forName="simulatedConn" refType="w" refFor="ch" refForName="compositeNode" fact="0.15"/>
      <dgm:constr type="h" for="des" forName="simulatedConn" refType="w" refFor="des" refForName="simulatedConn"/>
      <dgm:constr type="h" for="des" forName="vSp1" refType="w" refFor="ch" refForName="compositeNode" fact="0.8"/>
      <dgm:constr type="h" for="des" forName="vSp2" refType="w" refFor="ch" refForName="compositeNode" fact="0.07"/>
      <dgm:constr type="w" for="ch" forName="vProcSp" refType="w" refFor="des" refForName="simulatedConn" op="equ"/>
      <dgm:constr type="h" for="ch" forName="vProcSp" refType="h" refFor="ch" refForName="compositeNode" op="equ"/>
      <dgm:constr type="w" for="ch" forName="sibTrans" refType="w" refFor="ch" refForName="compositeNode" fact="0.1"/>
      <dgm:constr type="primFontSz" for="des" forName="sibTransNodeCircle" op="equ"/>
      <dgm:constr type="primFontSz" for="des" forName="nodeText" op="equ"/>
      <dgm:constr type="h" for="des" forName="sibTransNodeCircle" op="equ"/>
      <dgm:constr type="w" for="des" forName="sibTransNodeCircle" op="equ"/>
    </dgm:constrLst>
    <dgm:ruleLst>
      <dgm:rule type="h" val="NaN" fact="1.2" max="NaN"/>
    </dgm:ruleLst>
    <dgm:forEach name="Name4" axis="ch" ptType="node">
      <dgm:layoutNode name="compositeNode">
        <dgm:varLst>
          <dgm:bulletEnabled val="1"/>
        </dgm:varLst>
        <dgm:alg type="composite"/>
        <dgm:constrLst>
          <dgm:constr type="h" refType="w" op="lte" fact="1.4"/>
          <dgm:constr type="w" for="ch" forName="bgRect" refType="w"/>
          <dgm:constr type="h" for="ch" forName="bgRect" refType="h"/>
          <dgm:constr type="t" for="ch" forName="bgRect"/>
          <dgm:constr type="l" for="ch" forName="bgRect"/>
          <dgm:constr type="h" for="ch" forName="sibTransNodeCircle" refType="h" refFor="ch" refForName="bgRect" fact="0.3"/>
          <dgm:constr type="w" for="ch" forName="sibTransNodeCircle" refType="h" refFor="ch" refForName="sibTransNodeCircle"/>
          <dgm:constr type="ctrX" for="ch" forName="sibTransNodeCircle" refType="w" fact="0.5"/>
          <dgm:constr type="ctrY" for="ch" forName="sibTransNodeCircle" refType="h" fact="0.25"/>
          <dgm:constr type="r" for="ch" forName="nodeText" refType="r" refFor="ch" refForName="bgRect"/>
          <dgm:constr type="h" for="ch" forName="nodeText" refType="h" refFor="ch" refForName="bgRect" fact="0.6"/>
          <dgm:constr type="t" for="ch" forName="nodeText" refType="h" refFor="ch" refForName="bgRect" fact="0.38"/>
          <dgm:constr type="b" for="ch" forName="bottomLine" refType="b" refFor="ch" refForName="bgRect"/>
          <dgm:constr type="w" for="ch" forName="bottomLine" refType="w" refFor="ch" refForName="bgRect"/>
          <dgm:constr type="h" for="ch" forName="bottomLine" val="0.002"/>
        </dgm:constrLst>
        <dgm:ruleLst/>
        <dgm:layoutNode name="bgRect" styleLbl="bgAccFollowNode1">
          <dgm:alg type="sp"/>
          <dgm:shape xmlns:r="http://schemas.openxmlformats.org/officeDocument/2006/relationships" type="rect" r:blip="">
            <dgm:adjLst/>
          </dgm:shape>
          <dgm:presOf axis="self"/>
          <dgm:constrLst/>
          <dgm:ruleLst/>
        </dgm:layoutNode>
        <dgm:forEach name="Name19" axis="followSib" ptType="sibTrans" hideLastTrans="0" cnt="1">
          <dgm:layoutNode name="sibTransNodeCircle" styleLbl="alignNode1">
            <dgm:varLst>
              <dgm:chMax val="0"/>
              <dgm:bulletEnabled/>
            </dgm:varLst>
            <dgm:presOf axis="self" ptType="sibTrans"/>
            <dgm:alg type="tx">
              <dgm:param type="txAnchorVert" val="mid"/>
              <dgm:param type="txAnchorHorzCh" val="ctr"/>
            </dgm:alg>
            <dgm:shape xmlns:r="http://schemas.openxmlformats.org/officeDocument/2006/relationships" type="ellipse" r:blip="">
              <dgm:adjLst/>
            </dgm:shape>
            <dgm:constrLst>
              <dgm:constr type="w" refType="h" op="lte"/>
              <dgm:constr type="primFontSz" val="48"/>
              <dgm:constr type="tMarg" val="1"/>
              <dgm:constr type="lMarg" refType="w" fact="0.221"/>
              <dgm:constr type="rMarg" refType="w" fact="0.221"/>
              <dgm:constr type="bMarg" val="1"/>
            </dgm:constrLst>
            <dgm:ruleLst>
              <dgm:rule type="primFontSz" val="14" fact="NaN" max="NaN"/>
            </dgm:ruleLst>
          </dgm:layoutNode>
        </dgm:forEach>
        <dgm:layoutNode name="bottomLine" styleLbl="alignNode1">
          <dgm:varLst/>
          <dgm:presOf/>
          <dgm:alg type="sp"/>
          <dgm:shape xmlns:r="http://schemas.openxmlformats.org/officeDocument/2006/relationships" type="rect" r:blip="">
            <dgm:adjLst/>
          </dgm:shape>
          <dgm:constrLst/>
          <dgm:ruleLst/>
        </dgm:layoutNode>
        <dgm:layoutNode name="nodeText" styleLbl="bgAccFollowNode1" moveWith="bgRect">
          <dgm:varLst>
            <dgm:bulletEnabled val="1"/>
          </dgm:varLst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 zOrderOff="-1" hideGeom="1">
            <dgm:adjLst/>
          </dgm:shape>
          <dgm:presOf axis="desOrSelf" ptType="node"/>
          <dgm:constrLst>
            <dgm:constr type="primFontSz" val="26"/>
            <dgm:constr type="tMarg" val="26"/>
            <dgm:constr type="lMarg" refType="w" fact="0.221"/>
            <dgm:constr type="rMarg" refType="w" fact="0.221"/>
            <dgm:constr type="bMarg" val="26"/>
          </dgm:constrLst>
          <dgm:ruleLst>
            <dgm:rule type="primFontSz" val="11" fact="NaN" max="NaN"/>
          </dgm:ruleLst>
        </dgm:layoutNode>
      </dgm:layoutNode>
      <dgm:forEach name="Name1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  <dgm:extLst>
    <a:ext uri="{4F341089-5ED1-44EC-B178-C955D00A3D55}">
      <dgm1611:autoBuNodeInfoLst xmlns:dgm1611="http://schemas.microsoft.com/office/drawing/2016/11/diagram">
        <dgm1611:autoBuNodeInfo lvl="1" ptType="sibTrans">
          <dgm1611:buPr prefix="" leadZeros="0">
            <a:buAutoNum type="arabicParenBoth"/>
          </dgm1611:buPr>
        </dgm1611:autoBuNodeInfo>
      </dgm1611:autoBuNodeInfoLst>
    </a:ext>
  </dgm:extLst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16/7/layout/LinearArrowProcessNumbered">
  <dgm:title val="Linear Arrow Process Numbered"/>
  <dgm:desc val="Used to show a progression; a timeline; sequential steps in a task, process, or workflow; or to emphasize movement or direction. Automatic numbers have been introduced to show the steps of the process which appears in a circle. Level 1 and Level 2 text appear in a shape called UpArrowCallout. Also the nodes are connected by an arrow like shape emphasizing the process nature."/>
  <dgm:catLst>
    <dgm:cat type="process" pri="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  <dgm:pt modelId="3">
          <dgm:prSet phldr="1"/>
        </dgm:pt>
        <dgm:pt modelId="31">
          <dgm:prSet phldr="1"/>
        </dgm:pt>
        <dgm:pt modelId="101" type="sibTrans" cxnId="4">
          <dgm:prSet phldrT="1"/>
          <dgm:t>
            <a:bodyPr/>
            <a:lstStyle/>
            <a:p>
              <a:r>
                <a:t>1</a:t>
              </a:r>
            </a:p>
          </dgm:t>
        </dgm:pt>
        <dgm:pt modelId="201" type="sibTrans" cxnId="5">
          <dgm:prSet phldrT="2"/>
          <dgm:t>
            <a:bodyPr/>
            <a:lstStyle/>
            <a:p>
              <a:r>
                <a:t>2</a:t>
              </a:r>
            </a:p>
          </dgm:t>
        </dgm:pt>
        <dgm:pt modelId="301" type="sibTrans" cxnId="6">
          <dgm:prSet phldrT="3"/>
          <dgm:t>
            <a:bodyPr/>
            <a:lstStyle/>
            <a:p>
              <a:r>
                <a:t>3</a:t>
              </a:r>
            </a:p>
          </dgm:t>
        </dgm:pt>
      </dgm:ptLst>
      <dgm:cxnLst>
        <dgm:cxn modelId="4" srcId="0" destId="1" srcOrd="0" destOrd="0" sibTransId="101"/>
        <dgm:cxn modelId="5" srcId="0" destId="2" srcOrd="1" destOrd="0" sibTransId="201"/>
        <dgm:cxn modelId="6" srcId="0" destId="3" srcOrd="3" destOrd="0" sibTransId="301"/>
        <dgm:cxn modelId="13" srcId="1" destId="11" srcOrd="0" destOrd="0"/>
        <dgm:cxn modelId="23" srcId="2" destId="21" srcOrd="0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  <dgm:pt modelId="3">
          <dgm:prSet phldr="1"/>
        </dgm:pt>
        <dgm:pt modelId="31">
          <dgm:prSet phldr="1"/>
        </dgm:pt>
        <dgm:pt modelId="4">
          <dgm:prSet phldr="1"/>
        </dgm:pt>
        <dgm:pt modelId="41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linearFlow">
    <dgm:varLst>
      <dgm:dir/>
      <dgm:animLvl val="lvl"/>
      <dgm:resizeHandles val="exact"/>
    </dgm:varLst>
    <dgm:alg type="lin">
      <dgm:param type="linDir" val="fromL"/>
      <dgm:param type="nodeVertAlign" val="t"/>
    </dgm:alg>
    <dgm:shape xmlns:r="http://schemas.openxmlformats.org/officeDocument/2006/relationships" r:blip="">
      <dgm:adjLst/>
    </dgm:shape>
    <dgm:presOf/>
    <dgm:constrLst>
      <dgm:constr type="w" for="ch" forName="compositeNode" refType="w"/>
      <dgm:constr type="h" for="ch" forName="compositeNode" op="equ"/>
      <dgm:constr type="w" for="ch" forName="sibTransComposite" refType="w" refFor="ch" refForName="compositeNode" fact="0"/>
      <dgm:constr type="w" for="des" forName="parTx"/>
      <dgm:constr type="h" for="des" forName="parTx" op="equ"/>
      <dgm:constr type="h" for="des" forName="parSh" op="equ"/>
      <dgm:constr type="w" for="des" forName="nodeText"/>
      <dgm:constr type="h" for="des" forName="nodeText" op="equ"/>
      <dgm:constr type="w" for="des" forName="parSh"/>
      <dgm:constr type="w" for="des" forName="parSh" op="equ"/>
      <dgm:constr type="primFontSz" for="des" forName="parTx" val="26"/>
      <dgm:constr type="primFontSz" for="des" forName="parTx" op="equ"/>
      <dgm:constr type="primFontSz" for="des" forName="parSh" op="equ"/>
      <dgm:constr type="primFontSz" for="des" forName="nodeText" op="equ"/>
      <dgm:constr type="secFontSz" for="des" forName="nodeText" op="equ"/>
      <dgm:constr type="primFontSz" for="des" forName="sibTransNodeCircle" op="equ"/>
      <dgm:constr type="h" for="des" forName="sibTransNodeCircle" op="equ"/>
      <dgm:constr type="w" for="des" forName="sibTransNodeCircle" op="equ"/>
      <dgm:constr type="h" for="des" forName="parTx" refType="primFontSz" refFor="des" refForName="parTx" fact="1.5"/>
      <dgm:constr type="h" for="ch" forName="compositeNode" refType="h"/>
      <dgm:constr type="h" for="des" forName="parSh" refType="w"/>
      <dgm:constr type="h" for="des" forName="nodeText" refType="primFontSz" refFor="des" refForName="parTx" fact="2.1"/>
      <dgm:constr type="h" for="des" forName="parSh" refType="h" refFor="des" refForName="parTx" op="lte" fact="1.2"/>
      <dgm:constr type="h" for="des" forName="parSh" refType="h" refFor="des" refForName="parTx" op="gte" fact="1.2"/>
    </dgm:constrLst>
    <dgm:ruleLst>
      <dgm:rule type="primFontSz" for="des" forName="parSh" val="5" fact="NaN" max="NaN"/>
    </dgm:ruleLst>
    <dgm:forEach name="Name3" axis="ch" ptType="node">
      <dgm:layoutNode name="compositeNode">
        <dgm:alg type="composite"/>
        <dgm:shape xmlns:r="http://schemas.openxmlformats.org/officeDocument/2006/relationships" r:blip="">
          <dgm:adjLst/>
        </dgm:shape>
        <dgm:presOf/>
        <dgm:choose name="Name004">
          <dgm:if name="Name5" axis="self" ptType="node" func="cnt" op="equ" val="0">
            <dgm:constrLst>
              <dgm:constr type="w" for="ch" forName="parTx" refType="w"/>
              <dgm:constr type="w" for="ch" forName="parSh" refType="w" refFor="ch" refForName="parTx"/>
              <dgm:constr type="w" for="ch" forName="nodeText" refType="w" refFor="ch" refForName="parTx"/>
              <dgm:constr type="t" for="ch" forName="nodeText" refType="b" refFor="ch" refForName="parSh"/>
            </dgm:constrLst>
          </dgm:if>
          <dgm:else name="Name6">
            <dgm:constrLst>
              <dgm:constr type="w" for="ch" forName="parTx" refType="w"/>
              <dgm:constr type="w" for="ch" forName="parSh" refType="w" refFor="ch" refForName="parTx"/>
              <dgm:constr type="w" for="ch" forName="nodeText" refType="w" refFor="ch" refForName="parTx" fact="0.9"/>
              <dgm:constr type="t" for="ch" forName="nodeText" refType="b" refFor="ch" refForName="parSh"/>
            </dgm:constrLst>
          </dgm:else>
        </dgm:choose>
        <dgm:ruleLst>
          <dgm:rule type="h" val="INF" fact="NaN" max="NaN"/>
        </dgm:ruleLst>
        <dgm:layoutNode name="parTx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zOrderOff="1" hideGeom="1">
            <dgm:adjLst/>
          </dgm:shape>
          <dgm:presOf/>
          <dgm:constrLst>
            <dgm:constr type="h" refType="w" op="lte" fact="0.4"/>
            <dgm:constr type="h"/>
          </dgm:constrLst>
          <dgm:ruleLst>
            <dgm:rule type="h" val="INF" fact="NaN" max="NaN"/>
          </dgm:ruleLst>
        </dgm:layoutNode>
        <dgm:layoutNode name="parSh">
          <dgm:alg type="composite"/>
          <dgm:shape xmlns:r="http://schemas.openxmlformats.org/officeDocument/2006/relationships" r:blip="">
            <dgm:adjLst/>
          </dgm:shape>
          <dgm:presOf axis="self" ptType="node"/>
          <dgm:choose name="casesForFirstAndLastNode">
            <dgm:if name="ifFirstNode" axis="self" ptType="node" func="pos" op="equ" val="1">
              <dgm:choose name="removeLineWhenOnlyOneNode">
                <dgm:if name="ifOnlyOneNode" axis="followSib" ptType="node" func="cnt" op="equ" val="0">
                  <dgm:constrLst>
                    <dgm:constr type="h"/>
                    <dgm:constr type="h" for="ch" forName="lineNode" val="0.002"/>
                    <dgm:constr type="w" for="ch" forName="lineNode" refType="w" fact="0"/>
                    <dgm:constr type="w" for="ch" forName="lineArrowNode" refType="w" fact="0"/>
                    <dgm:constr type="h" for="ch" forName="lineArrowNode" refType="h" fact="0"/>
                    <dgm:constr type="ctrY" for="ch" forName="lineNode" refType="ctrY" refFor="ch" refForName="sibTransNodeCircle"/>
                    <dgm:constr type="h" for="ch" forName="sibTransNodeCircle" refType="h" fact="0.9"/>
                    <dgm:constr type="w" for="ch" forName="sibTransNodeCircle" refType="h" refFor="ch" refForName="sibTransNodeCircle"/>
                    <dgm:constr type="ctrX" for="ch" forName="sibTransNodeCircle" refType="w" fact="0.45"/>
                    <dgm:constr type="ctrY" for="ch" forName="sibTransNodeCircle" refType="h" fact="0.25"/>
                    <dgm:constr type="t" for="ch" forName="spacerBetweenCircleAndCallout" refType="b" refFor="ch" refForName="sibTransNodeCircle"/>
                    <dgm:constr type="h" for="ch" forName="spacerBetweenCircleAndCallout" val="4.6"/>
                  </dgm:constrLst>
                </dgm:if>
                <dgm:else name="ifMoreThanOneNode">
                  <dgm:constrLst>
                    <dgm:constr type="h"/>
                    <dgm:constr type="h" for="ch" forName="lineNode" val="0.002"/>
                    <dgm:constr type="w" for="ch" forName="lineNode" refType="w" fact="0.4"/>
                    <dgm:constr type="l" for="ch" forName="lineNode" refType="w" fact="0.5"/>
                    <dgm:constr type="w" for="ch" forName="lineArrowNode" refType="w" fact="0.046"/>
                    <dgm:constr type="h" for="ch" forName="lineArrowNode" refType="h" fact="0.18"/>
                    <dgm:constr type="l" for="ch" forName="lineArrowNode" refType="w" fact="0.924"/>
                    <dgm:constr type="t" for="ch" forName="lineArrowNode" refType="h" fact="0.18"/>
                    <dgm:constr type="ctrY" for="ch" forName="lineNode" refType="ctrY" refFor="ch" refForName="sibTransNodeCircle"/>
                    <dgm:constr type="h" for="ch" forName="sibTransNodeCircle" refType="h" fact="0.9"/>
                    <dgm:constr type="w" for="ch" forName="sibTransNodeCircle" refType="h" refFor="ch" refForName="sibTransNodeCircle"/>
                    <dgm:constr type="ctrX" for="ch" forName="sibTransNodeCircle" refType="w" fact="0.45"/>
                    <dgm:constr type="ctrY" for="ch" forName="sibTransNodeCircle" refType="h" fact="0.25"/>
                    <dgm:constr type="t" for="ch" forName="spacerBetweenCircleAndCallout" refType="b" refFor="ch" refForName="sibTransNodeCircle"/>
                    <dgm:constr type="h" for="ch" forName="spacerBetweenCircleAndCallout" val="4.6"/>
                  </dgm:constrLst>
                </dgm:else>
              </dgm:choose>
            </dgm:if>
            <dgm:if name="ifLastNode" axis="self" ptType="node" func="revPos" op="equ" val="1">
              <dgm:constrLst>
                <dgm:constr type="h"/>
                <dgm:constr type="h" for="ch" forName="lineNode" val="0.002"/>
                <dgm:constr type="w" for="ch" forName="lineNode" refType="w" fact="0.45"/>
                <dgm:constr type="w" for="ch" forName="lineArrowNode" refType="w" fact="0"/>
                <dgm:constr type="h" for="ch" forName="lineArrowNode" refType="h" fact="0"/>
                <dgm:constr type="ctrY" for="ch" forName="lineNode" refType="ctrY" refFor="ch" refForName="sibTransNodeCircle"/>
                <dgm:constr type="h" for="ch" forName="sibTransNodeCircle" refType="h"/>
                <dgm:constr type="w" for="ch" forName="sibTransNodeCircle" refType="h" refFor="ch" refForName="sibTransNodeCircle"/>
                <dgm:constr type="ctrX" for="ch" forName="sibTransNodeCircle" refType="w" fact="0.45"/>
                <dgm:constr type="ctrY" for="ch" forName="sibTransNodeCircle" refType="h" fact="0.25"/>
                <dgm:constr type="t" for="ch" forName="spacerBetweenCircleAndCallout" refType="b" refFor="ch" refForName="sibTransNodeCircle"/>
                <dgm:constr type="h" for="ch" forName="spacerBetweenCircleAndCallout" val="4.6"/>
              </dgm:constrLst>
            </dgm:if>
            <dgm:else name="allOtherNodes">
              <dgm:constrLst>
                <dgm:constr type="h"/>
                <dgm:constr type="h" for="ch" forName="lineNode" val="0.002"/>
                <dgm:constr type="w" for="ch" forName="lineNode" refType="w" fact="0.9"/>
                <dgm:constr type="w" for="ch" forName="lineArrowNode" refType="w" fact="0.046"/>
                <dgm:constr type="h" for="ch" forName="lineArrowNode" refType="h" fact="0.18"/>
                <dgm:constr type="l" for="ch" forName="lineArrowNode" refType="w" fact="0.924"/>
                <dgm:constr type="t" for="ch" forName="lineArrowNode" refType="h" fact="0.18"/>
                <dgm:constr type="ctrY" for="ch" forName="lineNode" refType="ctrY" refFor="ch" refForName="sibTransNodeCircle"/>
                <dgm:constr type="h" for="ch" forName="sibTransNodeCircle" refType="h" fact="0.9"/>
                <dgm:constr type="w" for="ch" forName="sibTransNodeCircle" refType="h" refFor="ch" refForName="sibTransNodeCircle"/>
                <dgm:constr type="ctrX" for="ch" forName="sibTransNodeCircle" refType="w" fact="0.45"/>
                <dgm:constr type="ctrY" for="ch" forName="sibTransNodeCircle" refType="h" fact="0.25"/>
                <dgm:constr type="t" for="ch" forName="spacerBetweenCircleAndCallout" refType="b" refFor="ch" refForName="sibTransNodeCircle"/>
                <dgm:constr type="h" for="ch" forName="spacerBetweenCircleAndCallout" val="4.6"/>
              </dgm:constrLst>
            </dgm:else>
          </dgm:choose>
          <dgm:layoutNode name="lineNode" styleLbl="alignAccFollowNode1">
            <dgm:alg type="sp"/>
            <dgm:shape xmlns:r="http://schemas.openxmlformats.org/officeDocument/2006/relationships" type="rect" r:blip="">
              <dgm:adjLst/>
            </dgm:shape>
            <dgm:presOf/>
            <dgm:constrLst/>
            <dgm:ruleLst/>
          </dgm:layoutNode>
          <dgm:layoutNode name="lineArrowNode" styleLbl="alignAccFollowNode1">
            <dgm:alg type="sp"/>
            <dgm:shape xmlns:r="http://schemas.openxmlformats.org/officeDocument/2006/relationships" type="chevron" r:blip="">
              <dgm:adjLst>
                <dgm:adj idx="1" val="0.9"/>
              </dgm:adjLst>
            </dgm:shape>
            <dgm:presOf/>
            <dgm:ruleLst/>
          </dgm:layoutNode>
          <dgm:forEach name="Name19" axis="followSib" ptType="sibTrans" hideLastTrans="0" cnt="1">
            <dgm:layoutNode name="sibTransNodeCircle" styleLbl="alignNode1">
              <dgm:varLst>
                <dgm:chMax val="0"/>
                <dgm:bulletEnabled/>
              </dgm:varLst>
              <dgm:presOf axis="self" ptType="sibTrans"/>
              <dgm:alg type="tx">
                <dgm:param type="txAnchorVert" val="mid"/>
                <dgm:param type="txAnchorHorzCh" val="ctr"/>
                <dgm:param type="parTxRTLAlign" val="l"/>
              </dgm:alg>
              <dgm:shape xmlns:r="http://schemas.openxmlformats.org/officeDocument/2006/relationships" type="ellipse" r:blip="">
                <dgm:adjLst/>
              </dgm:shape>
              <dgm:constrLst>
                <dgm:constr type="w" refType="h" op="equ"/>
                <dgm:constr type="primFontSz" val="60"/>
                <dgm:constr type="tMarg" refType="w" fact="0.11"/>
                <dgm:constr type="lMarg" refType="w" fact="0.11"/>
                <dgm:constr type="rMarg" refType="w" fact="0.11"/>
                <dgm:constr type="bMarg" refType="w" fact="0.11"/>
              </dgm:constrLst>
              <dgm:ruleLst>
                <dgm:rule type="primFontSz" val="14" fact="NaN" max="NaN"/>
              </dgm:ruleLst>
            </dgm:layoutNode>
            <dgm:layoutNode name="spacerBetweenCircleAndCallout">
              <dgm:varLst/>
              <dgm:presOf/>
              <dgm:alg type="sp"/>
              <dgm:shape xmlns:r="http://schemas.openxmlformats.org/officeDocument/2006/relationships" r:blip="">
                <dgm:adjLst/>
              </dgm:shape>
              <dgm:constrLst/>
              <dgm:ruleLst/>
            </dgm:layoutNode>
          </dgm:forEach>
          <dgm:presOf/>
          <dgm:ruleLst/>
        </dgm:layoutNode>
        <dgm:layoutNode name="nodeText" styleLbl="alignAccFollowNode1">
          <dgm:varLst>
            <dgm:bulletEnabled val="1"/>
          </dgm:varLst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upArrowCallout" r:blip="">
            <dgm:adjLst>
              <dgm:adj idx="1" val="0.5"/>
              <dgm:adj idx="2" val="0.2"/>
              <dgm:adj idx="3" val="0.2"/>
              <dgm:adj idx="4" val="1"/>
            </dgm:adjLst>
          </dgm:shape>
          <dgm:presOf axis="desOrSelf" ptType="node"/>
          <dgm:constrLst>
            <dgm:constr type="secFontSz" val="16"/>
            <dgm:constr type="primFontSz" val="26"/>
            <dgm:constr type="h"/>
            <dgm:constr type="tMarg" val="13"/>
            <dgm:constr type="lMarg" refType="w" fact="0.2236"/>
            <dgm:constr type="rMarg" refType="w" fact="0.2236"/>
            <dgm:constr type="bMarg" val="13"/>
          </dgm:constrLst>
          <dgm:ruleLst>
            <dgm:rule type="secFontSz" val="11" fact="NaN" max="NaN"/>
            <dgm:rule type="primFontSz" val="11" fact="NaN" max="NaN"/>
            <dgm:rule type="h" val="INF" fact="NaN" max="NaN"/>
          </dgm:ruleLst>
        </dgm:layoutNode>
      </dgm:layoutNode>
      <dgm:forEach name="sibTransForEach" axis="followSib" ptType="sibTrans" cnt="1">
        <dgm:layoutNode name="sibTransComposite" styleLbl="alignAccFollowNode1">
          <dgm:alg type="sp"/>
          <dgm:shape xmlns:r="http://schemas.openxmlformats.org/officeDocument/2006/relationships" r:blip="">
            <dgm:adjLst/>
          </dgm:shape>
          <dgm:ruleLst/>
        </dgm:layoutNode>
        <dgm:ruleLst>
          <dgm:rule type="h" val="INF" fact="NaN" max="NaN"/>
        </dgm:ruleLst>
      </dgm:forEach>
    </dgm:forEach>
  </dgm:layoutNode>
  <dgm:extLst>
    <a:ext uri="{4F341089-5ED1-44EC-B178-C955D00A3D55}">
      <dgm1611:autoBuNodeInfoLst xmlns:dgm1611="http://schemas.microsoft.com/office/drawing/2016/11/diagram">
        <dgm1611:autoBuNodeInfo lvl="1" ptType="sibTrans">
          <dgm1611:buPr prefix="" leadZeros="0">
            <a:buAutoNum type="arabicParenBoth"/>
          </dgm1611:buPr>
        </dgm1611:autoBuNodeInfo>
      </dgm1611:autoBuNodeInfoLst>
    </a:ext>
  </dgm:extLst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16/7/layout/LinearBlockProcessNumbered">
  <dgm:title val="Linear Block Process Numbered"/>
  <dgm:desc val="Used to show a progression; a timeline; sequential steps in a task, process, or workflow; or to emphasize movement or direction. Automatic numbers have been introduced to show the steps of the process. Level 1 text and Level 2 text both appears in a rectangle."/>
  <dgm:catLst>
    <dgm:cat type="process" pri="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  <dgm:pt modelId="3">
          <dgm:prSet phldr="1"/>
        </dgm:pt>
        <dgm:pt modelId="31">
          <dgm:prSet phldr="1"/>
        </dgm:pt>
        <dgm:pt modelId="101" type="sibTrans" cxnId="4">
          <dgm:prSet phldrT="1"/>
          <dgm:t>
            <a:bodyPr/>
            <a:lstStyle/>
            <a:p>
              <a:r>
                <a:t>01</a:t>
              </a:r>
            </a:p>
          </dgm:t>
        </dgm:pt>
        <dgm:pt modelId="201" type="sibTrans" cxnId="5">
          <dgm:prSet phldrT="2"/>
          <dgm:t>
            <a:bodyPr/>
            <a:lstStyle/>
            <a:p>
              <a:r>
                <a:t>02</a:t>
              </a:r>
            </a:p>
          </dgm:t>
        </dgm:pt>
        <dgm:pt modelId="301" type="sibTrans" cxnId="6">
          <dgm:prSet phldrT="3"/>
          <dgm:t>
            <a:bodyPr/>
            <a:lstStyle/>
            <a:p>
              <a:r>
                <a:t>03</a:t>
              </a:r>
            </a:p>
          </dgm:t>
        </dgm:pt>
      </dgm:ptLst>
      <dgm:cxnLst>
        <dgm:cxn modelId="4" srcId="0" destId="1" srcOrd="0" destOrd="0" sibTransId="101"/>
        <dgm:cxn modelId="5" srcId="0" destId="2" srcOrd="1" destOrd="0" sibTransId="201"/>
        <dgm:cxn modelId="6" srcId="0" destId="3" srcOrd="2" destOrd="0" sibTransId="301"/>
        <dgm:cxn modelId="13" srcId="1" destId="11" srcOrd="0" destOrd="0"/>
        <dgm:cxn modelId="23" srcId="2" destId="21" srcOrd="0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animLvl val="lvl"/>
      <dgm:resizeHandles val="exact"/>
    </dgm:varLst>
    <dgm:alg type="lin">
      <dgm:param type="linDir" val="fromL"/>
      <dgm:param type="nodeVertAlign" val="t"/>
    </dgm:alg>
    <dgm:shape xmlns:r="http://schemas.openxmlformats.org/officeDocument/2006/relationships" r:blip="">
      <dgm:adjLst/>
    </dgm:shape>
    <dgm:presOf/>
    <dgm:constrLst>
      <dgm:constr type="h" for="ch" forName="compositeNode" refType="h"/>
      <dgm:constr type="w" for="ch" forName="compositeNode" refType="w"/>
      <dgm:constr type="w" for="des" forName="simulatedConn" refType="w" refFor="ch" refForName="compositeNode" fact="0.15"/>
      <dgm:constr type="h" for="des" forName="simulatedConn" refType="w" refFor="des" refForName="simulatedConn"/>
      <dgm:constr type="h" for="des" forName="vSp1" refType="w" refFor="ch" refForName="compositeNode" fact="0.8"/>
      <dgm:constr type="h" for="des" forName="vSp2" refType="w" refFor="ch" refForName="compositeNode" fact="0.07"/>
      <dgm:constr type="w" for="ch" forName="vProcSp" refType="w" refFor="des" refForName="simulatedConn" op="equ"/>
      <dgm:constr type="h" for="ch" forName="vProcSp" refType="h" refFor="ch" refForName="compositeNode" op="equ"/>
      <dgm:constr type="w" for="ch" forName="sibTrans" refType="w" refFor="ch" refForName="compositeNode" fact="0.08"/>
      <dgm:constr type="primFontSz" for="des" forName="sibTransNodeRect" op="equ"/>
      <dgm:constr type="primFontSz" for="des" forName="nodeRect" op="equ"/>
    </dgm:constrLst>
    <dgm:ruleLst/>
    <dgm:forEach name="Name4" axis="ch" ptType="node">
      <dgm:layoutNode name="compositeNode">
        <dgm:varLst>
          <dgm:bulletEnabled val="1"/>
        </dgm:varLst>
        <dgm:alg type="composite"/>
        <dgm:constrLst>
          <dgm:constr type="h" refType="w" op="lte" fact="1.2"/>
          <dgm:constr type="w" for="ch" forName="bgRect" refType="w"/>
          <dgm:constr type="h" for="ch" forName="bgRect" refType="h"/>
          <dgm:constr type="t" for="ch" forName="bgRect"/>
          <dgm:constr type="l" for="ch" forName="bgRect"/>
          <dgm:constr type="w" for="ch" forName="sibTransNodeRect" refType="w" refFor="ch" refForName="bgRect"/>
          <dgm:constr type="h" for="ch" forName="sibTransNodeRect" refType="h" refFor="ch" refForName="bgRect" fact="0.4"/>
          <dgm:constr type="t" for="ch" forName="sibTransNodeRect"/>
          <dgm:constr type="l" for="ch" forName="sibTransNodeRect"/>
          <dgm:constr type="r" for="ch" forName="nodeRect" refType="r" refFor="ch" refForName="bgRect"/>
          <dgm:constr type="h" for="ch" forName="nodeRect" refType="h" refFor="ch" refForName="bgRect" fact="0.6"/>
          <dgm:constr type="t" for="ch" forName="nodeRect" refType="b" refFor="ch" refForName="sibTransNodeRect"/>
          <dgm:constr type="l" for="ch" forName="nodeRect" refType="l" refFor="ch" refForName="bgRect"/>
        </dgm:constrLst>
        <dgm:ruleLst>
          <dgm:rule type="w" for="ch" forName="nodeRect" val="NaN" fact="NaN" max="30"/>
        </dgm:ruleLst>
        <dgm:layoutNode name="bgRect" styleLbl="alignNode1">
          <dgm:alg type="sp"/>
          <dgm:shape xmlns:r="http://schemas.openxmlformats.org/officeDocument/2006/relationships" type="rect" r:blip="">
            <dgm:adjLst>
              <dgm:adj idx="1" val="0.05"/>
            </dgm:adjLst>
          </dgm:shape>
          <dgm:presOf axis="self"/>
          <dgm:constrLst/>
          <dgm:ruleLst/>
        </dgm:layoutNode>
        <dgm:forEach name="Name19" axis="followSib" ptType="sibTrans" hideLastTrans="0" cnt="1">
          <dgm:layoutNode name="sibTransNodeRect" styleLbl="alignNode1">
            <dgm:varLst>
              <dgm:chMax val="0"/>
              <dgm:bulletEnabled val="1"/>
            </dgm:varLst>
            <dgm:presOf axis="self"/>
            <dgm:alg type="tx">
              <dgm:param type="parTxLTRAlign" val="l"/>
              <dgm:param type="parTxRTLAlign" val="l"/>
            </dgm:alg>
            <dgm:shape xmlns:r="http://schemas.openxmlformats.org/officeDocument/2006/relationships" type="rect" r:blip="" hideGeom="1">
              <dgm:adjLst/>
            </dgm:shape>
            <dgm:constrLst>
              <dgm:constr type="primFontSz" val="66"/>
              <dgm:constr type="tMarg" val="13"/>
              <dgm:constr type="lMarg" refType="w" fact="0.28"/>
              <dgm:constr type="rMarg" refType="w" fact="0.28"/>
              <dgm:constr type="bMarg" val="13"/>
            </dgm:constrLst>
            <dgm:ruleLst>
              <dgm:rule type="primFontSz" val="14" fact="NaN" max="NaN"/>
              <dgm:rule type="tMarg" val="13" fact="NaN" max="NaN"/>
            </dgm:ruleLst>
          </dgm:layoutNode>
        </dgm:forEach>
        <dgm:layoutNode name="nodeRect" styleLbl="alignNode1" moveWith="bgRect">
          <dgm:varLst>
            <dgm:bulletEnabled val="1"/>
          </dgm:varLst>
          <dgm:alg type="tx">
            <dgm:param type="parTxLTRAlign" val="l"/>
            <dgm:param type="parTxRTLAlign" val="r"/>
            <dgm:param type="txAnchorVert" val="t"/>
            <dgm:param type="stBulletLvl" val="2"/>
          </dgm:alg>
          <dgm:shape xmlns:r="http://schemas.openxmlformats.org/officeDocument/2006/relationships" type="rect" r:blip="" hideGeom="1">
            <dgm:adjLst/>
          </dgm:shape>
          <dgm:presOf axis="desOrSelf" ptType="node"/>
          <dgm:constrLst>
            <dgm:constr type="primFontSz" val="26"/>
            <dgm:constr type="tMarg"/>
            <dgm:constr type="lMarg" refType="w" fact="0.28"/>
            <dgm:constr type="rMarg" refType="w" fact="0.28"/>
            <dgm:constr type="bMarg" val="26"/>
          </dgm:constrLst>
          <dgm:ruleLst>
            <dgm:rule type="primFontSz" val="11" fact="NaN" max="NaN"/>
          </dgm:ruleLst>
        </dgm:layoutNode>
      </dgm:layoutNode>
      <dgm:forEach name="Name1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  <dgm:extLst>
    <a:ext uri="{4F341089-5ED1-44EC-B178-C955D00A3D55}">
      <dgm1611:autoBuNodeInfoLst xmlns:dgm1611="http://schemas.microsoft.com/office/drawing/2016/11/diagram">
        <dgm1611:autoBuNodeInfo lvl="1" ptType="sibTrans">
          <dgm1611:buPr prefix="" leadZeros="1">
            <a:buAutoNum type="arabicParenBoth"/>
          </dgm1611:buPr>
        </dgm1611:autoBuNodeInfo>
      </dgm1611:autoBuNodeInfoLst>
    </a:ext>
  </dgm:extLst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process5">
  <dgm:title val=""/>
  <dgm:desc val=""/>
  <dgm:catLst>
    <dgm:cat type="process" pri="17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revDir"/>
          <dgm:param type="bkpt" val="endCnv"/>
        </dgm:alg>
      </dgm:if>
      <dgm:else name="Name2">
        <dgm:alg type="snake">
          <dgm:param type="grDir" val="tR"/>
          <dgm:param type="flowDir" val="row"/>
          <dgm:param type="contDir" val="revDir"/>
          <dgm:param type="bkpt" val="endCnv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w" for="ch" forName="sibTrans" refType="w" refFor="ch" refPtType="node" op="equ" fact="0.4"/>
      <dgm:constr type="sp" refType="w" refFor="ch" refForName="sibTrans" op="equ"/>
      <dgm:constr type="primFontSz" for="ch" ptType="node" op="equ" val="65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5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</dgm:constrLst>
          <dgm:ruleLst/>
          <dgm:layoutNode name="connectorText">
            <dgm:alg type="tx">
              <dgm:param type="autoTxRot" val="upr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96572EA-1F60-40FF-801E-2CB32E8D87E3}" type="datetimeFigureOut">
              <a:rPr lang="en-IN" smtClean="0"/>
              <a:t>09-11-2025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C3A87C7-4121-4006-948B-2B09664C140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6445602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C3A87C7-4121-4006-948B-2B09664C1408}" type="slidenum">
              <a:rPr lang="en-IN" smtClean="0"/>
              <a:t>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9485097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C3A87C7-4121-4006-948B-2B09664C1408}" type="slidenum">
              <a:rPr lang="en-IN" smtClean="0"/>
              <a:t>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6371875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2119EC-0B3F-DE89-E662-86F589E3DF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877D17D-9918-0B65-4952-BEDF517888A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A33684E-7E72-EBE7-2407-B5DAD5FBF0F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3785D6E-2B65-6DE6-5281-6ABE26119F3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C3A87C7-4121-4006-948B-2B09664C1408}" type="slidenum">
              <a:rPr lang="en-IN" smtClean="0"/>
              <a:t>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286231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C3A87C7-4121-4006-948B-2B09664C1408}" type="slidenum">
              <a:rPr lang="en-IN" smtClean="0"/>
              <a:t>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2271505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C3A87C7-4121-4006-948B-2B09664C1408}" type="slidenum">
              <a:rPr lang="en-IN" smtClean="0"/>
              <a:t>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9650474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C3A87C7-4121-4006-948B-2B09664C1408}" type="slidenum">
              <a:rPr lang="en-IN" smtClean="0"/>
              <a:t>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998391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C3A87C7-4121-4006-948B-2B09664C1408}" type="slidenum">
              <a:rPr lang="en-IN" smtClean="0"/>
              <a:t>7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0131466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C3A87C7-4121-4006-948B-2B09664C1408}" type="slidenum">
              <a:rPr lang="en-IN" smtClean="0"/>
              <a:t>8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5315794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C3A87C7-4121-4006-948B-2B09664C1408}" type="slidenum">
              <a:rPr lang="en-IN" smtClean="0"/>
              <a:t>9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4190749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C3A87C7-4121-4006-948B-2B09664C1408}" type="slidenum">
              <a:rPr lang="en-IN" smtClean="0"/>
              <a:t>10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3431658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C3A87C7-4121-4006-948B-2B09664C1408}" type="slidenum">
              <a:rPr lang="en-IN" smtClean="0"/>
              <a:t>11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6224221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C3A87C7-4121-4006-948B-2B09664C1408}" type="slidenum">
              <a:rPr lang="en-IN" smtClean="0"/>
              <a:t>12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869084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C3A87C7-4121-4006-948B-2B09664C1408}" type="slidenum">
              <a:rPr lang="en-IN" smtClean="0"/>
              <a:t>13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34854359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C3A87C7-4121-4006-948B-2B09664C1408}" type="slidenum">
              <a:rPr lang="en-IN" smtClean="0"/>
              <a:t>15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1148778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3.png"/><Relationship Id="rId5" Type="http://schemas.microsoft.com/office/2007/relationships/hdphoto" Target="../media/hdphoto1.wdp"/><Relationship Id="rId4" Type="http://schemas.openxmlformats.org/officeDocument/2006/relationships/image" Target="../media/image4.pn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3.png"/><Relationship Id="rId5" Type="http://schemas.microsoft.com/office/2007/relationships/hdphoto" Target="../media/hdphoto1.wdp"/><Relationship Id="rId4" Type="http://schemas.openxmlformats.org/officeDocument/2006/relationships/image" Target="../media/image4.png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3.png"/><Relationship Id="rId5" Type="http://schemas.microsoft.com/office/2007/relationships/hdphoto" Target="../media/hdphoto1.wdp"/><Relationship Id="rId4" Type="http://schemas.openxmlformats.org/officeDocument/2006/relationships/image" Target="../media/image2.png"/></Relationships>
</file>

<file path=ppt/slideLayouts/_rels/slideLayout9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3.png"/><Relationship Id="rId5" Type="http://schemas.microsoft.com/office/2007/relationships/hdphoto" Target="../media/hdphoto1.wdp"/><Relationship Id="rId4" Type="http://schemas.openxmlformats.org/officeDocument/2006/relationships/image" Target="../media/image2.png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920834" y="1346946"/>
            <a:ext cx="10222992" cy="80683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6200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8" name="Rectangle 7"/>
          <p:cNvSpPr/>
          <p:nvPr/>
        </p:nvSpPr>
        <p:spPr>
          <a:xfrm>
            <a:off x="920834" y="4299696"/>
            <a:ext cx="10222992" cy="80683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175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9" name="Rectangle 8"/>
          <p:cNvSpPr/>
          <p:nvPr/>
        </p:nvSpPr>
        <p:spPr>
          <a:xfrm>
            <a:off x="920834" y="1484779"/>
            <a:ext cx="10222992" cy="2743200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grpSp>
        <p:nvGrpSpPr>
          <p:cNvPr id="10" name="Group 9"/>
          <p:cNvGrpSpPr/>
          <p:nvPr/>
        </p:nvGrpSpPr>
        <p:grpSpPr>
          <a:xfrm>
            <a:off x="9649215" y="4068923"/>
            <a:ext cx="1080904" cy="1080902"/>
            <a:chOff x="9685338" y="4460675"/>
            <a:chExt cx="1080904" cy="1080902"/>
          </a:xfrm>
        </p:grpSpPr>
        <p:sp>
          <p:nvSpPr>
            <p:cNvPr id="11" name="Oval 10"/>
            <p:cNvSpPr/>
            <p:nvPr/>
          </p:nvSpPr>
          <p:spPr>
            <a:xfrm>
              <a:off x="9685338" y="4460675"/>
              <a:ext cx="1080904" cy="1080902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</a14:imgLayer>
                    </a14:imgProps>
                  </a:ext>
                </a:extLst>
              </a:blip>
              <a:srcRect/>
              <a:tile tx="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  <p:txBody>
            <a:bodyPr/>
            <a:lstStyle/>
            <a:p>
              <a:endParaRPr lang="en-IN"/>
            </a:p>
          </p:txBody>
        </p:sp>
        <p:sp>
          <p:nvSpPr>
            <p:cNvPr id="12" name="Oval 11"/>
            <p:cNvSpPr/>
            <p:nvPr/>
          </p:nvSpPr>
          <p:spPr>
            <a:xfrm>
              <a:off x="9793429" y="4568765"/>
              <a:ext cx="864723" cy="864722"/>
            </a:xfrm>
            <a:prstGeom prst="ellipse">
              <a:avLst/>
            </a:prstGeom>
            <a:noFill/>
            <a:ln w="25400" cap="flat" cmpd="sng" algn="ctr">
              <a:solidFill>
                <a:sysClr val="window" lastClr="FFFFFF"/>
              </a:solidFill>
              <a:prstDash val="solid"/>
            </a:ln>
            <a:effectLst/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51560" y="1432223"/>
            <a:ext cx="9966960" cy="3035808"/>
          </a:xfrm>
        </p:spPr>
        <p:txBody>
          <a:bodyPr anchor="ctr">
            <a:noAutofit/>
          </a:bodyPr>
          <a:lstStyle>
            <a:lvl1pPr algn="l">
              <a:lnSpc>
                <a:spcPct val="80000"/>
              </a:lnSpc>
              <a:defRPr sz="9600" cap="all" baseline="0">
                <a:blipFill dpi="0" rotWithShape="1">
                  <a:blip r:embed="rId4"/>
                  <a:srcRect/>
                  <a:tile tx="6350" ty="-127000" sx="65000" sy="64000" flip="none" algn="tl"/>
                </a:blip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069848" y="4389120"/>
            <a:ext cx="7891272" cy="1069848"/>
          </a:xfrm>
        </p:spPr>
        <p:txBody>
          <a:bodyPr>
            <a:normAutofit/>
          </a:bodyPr>
          <a:lstStyle>
            <a:lvl1pPr marL="0" indent="0" algn="l">
              <a:buNone/>
              <a:defRPr sz="2200">
                <a:solidFill>
                  <a:schemeClr val="tx1"/>
                </a:solidFill>
              </a:defRPr>
            </a:lvl1pPr>
            <a:lvl2pPr marL="457200" indent="0" algn="ctr">
              <a:buNone/>
              <a:defRPr sz="2200"/>
            </a:lvl2pPr>
            <a:lvl3pPr marL="914400" indent="0" algn="ctr">
              <a:buNone/>
              <a:defRPr sz="22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F0D5AA-5A88-4CAE-BA19-31DB63ADD3FE}" type="datetimeFigureOut">
              <a:rPr lang="en-IN" smtClean="0"/>
              <a:t>09-11-2025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592733" y="4289334"/>
            <a:ext cx="1193868" cy="640080"/>
          </a:xfrm>
        </p:spPr>
        <p:txBody>
          <a:bodyPr/>
          <a:lstStyle>
            <a:lvl1pPr>
              <a:defRPr sz="2800"/>
            </a:lvl1pPr>
          </a:lstStyle>
          <a:p>
            <a:fld id="{443B4A51-B409-45DE-A040-24B78818CB40}" type="slidenum">
              <a:rPr lang="en-IN" smtClean="0"/>
              <a:t>‹#›</a:t>
            </a:fld>
            <a:endParaRPr lang="en-IN"/>
          </a:p>
        </p:txBody>
      </p:sp>
      <p:pic>
        <p:nvPicPr>
          <p:cNvPr id="13" name="Picture 12" descr="A light bulb with a book and text&#10;&#10;AI-generated content may be incorrect.">
            <a:extLst>
              <a:ext uri="{FF2B5EF4-FFF2-40B4-BE49-F238E27FC236}">
                <a16:creationId xmlns:a16="http://schemas.microsoft.com/office/drawing/2014/main" id="{1B49EE8B-CC84-AC8A-1E15-ECA5B9B6CF36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69968" y="13092"/>
            <a:ext cx="922032" cy="5409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5916208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F0D5AA-5A88-4CAE-BA19-31DB63ADD3FE}" type="datetimeFigureOut">
              <a:rPr lang="en-IN" smtClean="0"/>
              <a:t>09-11-2025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3B4A51-B409-45DE-A040-24B78818CB4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262163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4917989"/>
            <a:ext cx="12192000" cy="1940010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67128" y="1225296"/>
            <a:ext cx="9281160" cy="3520440"/>
          </a:xfrm>
        </p:spPr>
        <p:txBody>
          <a:bodyPr anchor="ctr">
            <a:normAutofit/>
          </a:bodyPr>
          <a:lstStyle>
            <a:lvl1pPr>
              <a:lnSpc>
                <a:spcPct val="80000"/>
              </a:lnSpc>
              <a:defRPr sz="80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165774" y="5020056"/>
            <a:ext cx="9052560" cy="1066800"/>
          </a:xfrm>
        </p:spPr>
        <p:txBody>
          <a:bodyPr anchor="t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593667" y="6272784"/>
            <a:ext cx="2644309" cy="365125"/>
          </a:xfrm>
        </p:spPr>
        <p:txBody>
          <a:bodyPr/>
          <a:lstStyle/>
          <a:p>
            <a:fld id="{01F0D5AA-5A88-4CAE-BA19-31DB63ADD3FE}" type="datetimeFigureOut">
              <a:rPr lang="en-IN" smtClean="0"/>
              <a:t>09-11-2025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182708" y="6272784"/>
            <a:ext cx="6327648" cy="365125"/>
          </a:xfrm>
        </p:spPr>
        <p:txBody>
          <a:bodyPr/>
          <a:lstStyle/>
          <a:p>
            <a:endParaRPr lang="en-IN"/>
          </a:p>
        </p:txBody>
      </p:sp>
      <p:grpSp>
        <p:nvGrpSpPr>
          <p:cNvPr id="8" name="Group 7"/>
          <p:cNvGrpSpPr/>
          <p:nvPr/>
        </p:nvGrpSpPr>
        <p:grpSpPr>
          <a:xfrm>
            <a:off x="897399" y="2325848"/>
            <a:ext cx="1080904" cy="1080902"/>
            <a:chOff x="9685338" y="4460675"/>
            <a:chExt cx="1080904" cy="1080902"/>
          </a:xfrm>
        </p:grpSpPr>
        <p:sp>
          <p:nvSpPr>
            <p:cNvPr id="9" name="Oval 8"/>
            <p:cNvSpPr/>
            <p:nvPr/>
          </p:nvSpPr>
          <p:spPr>
            <a:xfrm>
              <a:off x="9685338" y="4460675"/>
              <a:ext cx="1080904" cy="1080902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</a14:imgLayer>
                    </a14:imgProps>
                  </a:ext>
                </a:extLst>
              </a:blip>
              <a:srcRect/>
              <a:tile tx="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0" name="Oval 9"/>
            <p:cNvSpPr/>
            <p:nvPr/>
          </p:nvSpPr>
          <p:spPr>
            <a:xfrm>
              <a:off x="9793429" y="4568765"/>
              <a:ext cx="864723" cy="864722"/>
            </a:xfrm>
            <a:prstGeom prst="ellipse">
              <a:avLst/>
            </a:prstGeom>
            <a:noFill/>
            <a:ln w="254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43702" y="2506133"/>
            <a:ext cx="1188298" cy="720332"/>
          </a:xfrm>
        </p:spPr>
        <p:txBody>
          <a:bodyPr/>
          <a:lstStyle>
            <a:lvl1pPr>
              <a:defRPr sz="2800"/>
            </a:lvl1pPr>
          </a:lstStyle>
          <a:p>
            <a:fld id="{443B4A51-B409-45DE-A040-24B78818CB40}" type="slidenum">
              <a:rPr lang="en-IN" smtClean="0"/>
              <a:t>‹#›</a:t>
            </a:fld>
            <a:endParaRPr lang="en-IN"/>
          </a:p>
        </p:txBody>
      </p:sp>
      <p:pic>
        <p:nvPicPr>
          <p:cNvPr id="11" name="Picture 10" descr="A light bulb with a book and text&#10;&#10;AI-generated content may be incorrect.">
            <a:extLst>
              <a:ext uri="{FF2B5EF4-FFF2-40B4-BE49-F238E27FC236}">
                <a16:creationId xmlns:a16="http://schemas.microsoft.com/office/drawing/2014/main" id="{131253DC-8158-B4AB-DE82-8EADD7100557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69968" y="13092"/>
            <a:ext cx="922032" cy="5409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1611124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69848" y="2194560"/>
            <a:ext cx="4754880" cy="3977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64224" y="2194560"/>
            <a:ext cx="4754880" cy="3977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F0D5AA-5A88-4CAE-BA19-31DB63ADD3FE}" type="datetimeFigureOut">
              <a:rPr lang="en-IN" smtClean="0"/>
              <a:t>09-11-2025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3B4A51-B409-45DE-A040-24B78818CB4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1758072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6800" y="2048256"/>
            <a:ext cx="4754880" cy="640080"/>
          </a:xfrm>
        </p:spPr>
        <p:txBody>
          <a:bodyPr anchor="ctr">
            <a:normAutofit/>
          </a:bodyPr>
          <a:lstStyle>
            <a:lvl1pPr marL="0" indent="0">
              <a:buNone/>
              <a:defRPr sz="2000" b="1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69848" y="2743200"/>
            <a:ext cx="4754880" cy="32918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64224" y="2048256"/>
            <a:ext cx="4754880" cy="640080"/>
          </a:xfrm>
        </p:spPr>
        <p:txBody>
          <a:bodyPr anchor="ctr">
            <a:normAutofit/>
          </a:bodyPr>
          <a:lstStyle>
            <a:lvl1pPr marL="0" indent="0">
              <a:buNone/>
              <a:defRPr sz="2000" b="1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64224" y="2743200"/>
            <a:ext cx="4754880" cy="32918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F0D5AA-5A88-4CAE-BA19-31DB63ADD3FE}" type="datetimeFigureOut">
              <a:rPr lang="en-IN" smtClean="0"/>
              <a:t>09-11-2025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3B4A51-B409-45DE-A040-24B78818CB4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5728797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F0D5AA-5A88-4CAE-BA19-31DB63ADD3FE}" type="datetimeFigureOut">
              <a:rPr lang="en-IN" smtClean="0"/>
              <a:t>09-11-2025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3B4A51-B409-45DE-A040-24B78818CB4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5421325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F0D5AA-5A88-4CAE-BA19-31DB63ADD3FE}" type="datetimeFigureOut">
              <a:rPr lang="en-IN" smtClean="0"/>
              <a:t>09-11-2025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3B4A51-B409-45DE-A040-24B78818CB4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3225933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8303740" y="0"/>
            <a:ext cx="3888259" cy="6857999"/>
          </a:xfrm>
          <a:prstGeom prst="rect">
            <a:avLst/>
          </a:prstGeom>
          <a:blipFill dpi="0" rotWithShape="1">
            <a:blip r:embed="rId2">
              <a:alphaModFix amt="6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49640" y="685800"/>
            <a:ext cx="3200400" cy="1737360"/>
          </a:xfrm>
        </p:spPr>
        <p:txBody>
          <a:bodyPr anchor="b">
            <a:normAutofit/>
          </a:bodyPr>
          <a:lstStyle>
            <a:lvl1pPr>
              <a:defRPr sz="3200" b="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685800"/>
            <a:ext cx="6711696" cy="5020056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49640" y="2423160"/>
            <a:ext cx="3200400" cy="329184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40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F0D5AA-5A88-4CAE-BA19-31DB63ADD3FE}" type="datetimeFigureOut">
              <a:rPr lang="en-IN" smtClean="0"/>
              <a:t>09-11-2025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grpSp>
        <p:nvGrpSpPr>
          <p:cNvPr id="9" name="Group 8"/>
          <p:cNvGrpSpPr>
            <a:grpSpLocks noChangeAspect="1"/>
          </p:cNvGrpSpPr>
          <p:nvPr/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10" name="Oval 9"/>
            <p:cNvSpPr/>
            <p:nvPr/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1" name="Oval 10"/>
            <p:cNvSpPr/>
            <p:nvPr/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3B4A51-B409-45DE-A040-24B78818CB40}" type="slidenum">
              <a:rPr lang="en-IN" smtClean="0"/>
              <a:t>‹#›</a:t>
            </a:fld>
            <a:endParaRPr lang="en-IN"/>
          </a:p>
        </p:txBody>
      </p:sp>
      <p:pic>
        <p:nvPicPr>
          <p:cNvPr id="12" name="Picture 11" descr="A light bulb with a book and text&#10;&#10;AI-generated content may be incorrect.">
            <a:extLst>
              <a:ext uri="{FF2B5EF4-FFF2-40B4-BE49-F238E27FC236}">
                <a16:creationId xmlns:a16="http://schemas.microsoft.com/office/drawing/2014/main" id="{F1D9E327-5DC9-45CB-6282-24CE46E85247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69968" y="13092"/>
            <a:ext cx="922032" cy="5409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1607359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/>
        </p:nvSpPr>
        <p:spPr>
          <a:xfrm>
            <a:off x="8303740" y="0"/>
            <a:ext cx="3888259" cy="6857999"/>
          </a:xfrm>
          <a:prstGeom prst="rect">
            <a:avLst/>
          </a:prstGeom>
          <a:blipFill dpi="0" rotWithShape="1">
            <a:blip r:embed="rId2">
              <a:alphaModFix amt="6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49640" y="685800"/>
            <a:ext cx="3200400" cy="1737360"/>
          </a:xfrm>
        </p:spPr>
        <p:txBody>
          <a:bodyPr anchor="b">
            <a:normAutofit/>
          </a:bodyPr>
          <a:lstStyle>
            <a:lvl1pPr>
              <a:defRPr sz="3200" b="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0"/>
            <a:ext cx="8303740" cy="6858000"/>
          </a:xfrm>
          <a:solidFill>
            <a:schemeClr val="tx2">
              <a:lumMod val="20000"/>
              <a:lumOff val="80000"/>
            </a:schemeClr>
          </a:solidFill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49640" y="2423160"/>
            <a:ext cx="3200400" cy="329184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40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F0D5AA-5A88-4CAE-BA19-31DB63ADD3FE}" type="datetimeFigureOut">
              <a:rPr lang="en-IN" smtClean="0"/>
              <a:t>09-11-2025</a:t>
            </a:fld>
            <a:endParaRPr lang="en-IN"/>
          </a:p>
        </p:txBody>
      </p:sp>
      <p:grpSp>
        <p:nvGrpSpPr>
          <p:cNvPr id="8" name="Group 7"/>
          <p:cNvGrpSpPr>
            <a:grpSpLocks noChangeAspect="1"/>
          </p:cNvGrpSpPr>
          <p:nvPr/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9" name="Oval 8"/>
            <p:cNvSpPr/>
            <p:nvPr/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0" name="Oval 9"/>
            <p:cNvSpPr/>
            <p:nvPr/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3B4A51-B409-45DE-A040-24B78818CB40}" type="slidenum">
              <a:rPr lang="en-IN" smtClean="0"/>
              <a:t>‹#›</a:t>
            </a:fld>
            <a:endParaRPr lang="en-IN"/>
          </a:p>
        </p:txBody>
      </p:sp>
      <p:pic>
        <p:nvPicPr>
          <p:cNvPr id="6" name="Picture 5" descr="A light bulb with a book and text&#10;&#10;AI-generated content may be incorrect.">
            <a:extLst>
              <a:ext uri="{FF2B5EF4-FFF2-40B4-BE49-F238E27FC236}">
                <a16:creationId xmlns:a16="http://schemas.microsoft.com/office/drawing/2014/main" id="{CCBB7DCB-5505-A758-EC24-027228D07B35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69968" y="13092"/>
            <a:ext cx="922032" cy="5409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4776116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F0D5AA-5A88-4CAE-BA19-31DB63ADD3FE}" type="datetimeFigureOut">
              <a:rPr lang="en-IN" smtClean="0"/>
              <a:t>09-11-2025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3B4A51-B409-45DE-A040-24B78818CB4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3214218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533400"/>
            <a:ext cx="2552700" cy="56388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66800" y="533400"/>
            <a:ext cx="7505700" cy="56388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F0D5AA-5A88-4CAE-BA19-31DB63ADD3FE}" type="datetimeFigureOut">
              <a:rPr lang="en-IN" smtClean="0"/>
              <a:t>09-11-2025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3B4A51-B409-45DE-A040-24B78818CB4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783118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3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microsoft.com/office/2007/relationships/hdphoto" Target="../media/hdphoto1.wdp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69848" y="484632"/>
            <a:ext cx="10058400" cy="160934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9848" y="2121408"/>
            <a:ext cx="10058400" cy="405079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964424" y="6272784"/>
            <a:ext cx="327355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2"/>
                </a:solidFill>
              </a:defRPr>
            </a:lvl1pPr>
          </a:lstStyle>
          <a:p>
            <a:fld id="{01F0D5AA-5A88-4CAE-BA19-31DB63ADD3FE}" type="datetimeFigureOut">
              <a:rPr lang="en-IN" smtClean="0"/>
              <a:t>09-11-2025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088136" y="6272784"/>
            <a:ext cx="632764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2"/>
                </a:solidFill>
              </a:defRPr>
            </a:lvl1pPr>
          </a:lstStyle>
          <a:p>
            <a:endParaRPr lang="en-IN"/>
          </a:p>
        </p:txBody>
      </p:sp>
      <p:grpSp>
        <p:nvGrpSpPr>
          <p:cNvPr id="7" name="Group 6"/>
          <p:cNvGrpSpPr>
            <a:grpSpLocks noChangeAspect="1"/>
          </p:cNvGrpSpPr>
          <p:nvPr/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8" name="Oval 7"/>
            <p:cNvSpPr/>
            <p:nvPr/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13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14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  <p:txBody>
            <a:bodyPr/>
            <a:lstStyle/>
            <a:p>
              <a:endParaRPr lang="en-IN"/>
            </a:p>
          </p:txBody>
        </p:sp>
        <p:sp>
          <p:nvSpPr>
            <p:cNvPr id="9" name="Oval 8"/>
            <p:cNvSpPr/>
            <p:nvPr/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rgbClr val="FFFFFF"/>
              </a:solidFill>
              <a:prstDash val="solid"/>
            </a:ln>
            <a:effectLst/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311128" y="6272784"/>
            <a:ext cx="64008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400" b="1">
                <a:solidFill>
                  <a:srgbClr val="FFFFFF"/>
                </a:solidFill>
                <a:latin typeface="+mj-lt"/>
              </a:defRPr>
            </a:lvl1pPr>
          </a:lstStyle>
          <a:p>
            <a:fld id="{443B4A51-B409-45DE-A040-24B78818CB40}" type="slidenum">
              <a:rPr lang="en-IN" smtClean="0"/>
              <a:t>‹#›</a:t>
            </a:fld>
            <a:endParaRPr lang="en-IN"/>
          </a:p>
        </p:txBody>
      </p:sp>
      <p:pic>
        <p:nvPicPr>
          <p:cNvPr id="10" name="Picture 9" descr="A light bulb with a book and text&#10;&#10;AI-generated content may be incorrect.">
            <a:extLst>
              <a:ext uri="{FF2B5EF4-FFF2-40B4-BE49-F238E27FC236}">
                <a16:creationId xmlns:a16="http://schemas.microsoft.com/office/drawing/2014/main" id="{4B07BEC1-6A24-9ACB-0AB7-01DF7101EFC2}"/>
              </a:ext>
            </a:extLst>
          </p:cNvPr>
          <p:cNvPicPr>
            <a:picLocks noChangeAspect="1"/>
          </p:cNvPicPr>
          <p:nvPr userDrawn="1"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69968" y="13092"/>
            <a:ext cx="922032" cy="5409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629793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5400" kern="1200" cap="all" baseline="0">
          <a:blipFill>
            <a:blip r:embed="rId1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tile tx="6350" ty="-127000" sx="65000" sy="64000" flip="none" algn="tl"/>
          </a:blip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lnSpc>
          <a:spcPct val="90000"/>
        </a:lnSpc>
        <a:spcBef>
          <a:spcPts val="1200"/>
        </a:spcBef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28016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6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9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2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5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.png"/><Relationship Id="rId5" Type="http://schemas.openxmlformats.org/officeDocument/2006/relationships/image" Target="../media/image7.jpg"/><Relationship Id="rId4" Type="http://schemas.microsoft.com/office/2007/relationships/hdphoto" Target="../media/hdphoto2.wdp"/></Relationships>
</file>

<file path=ppt/slides/_rels/slide3.xml.rels><?xml version="1.0" encoding="UTF-8" standalone="yes"?>
<Relationships xmlns="http://schemas.openxmlformats.org/package/2006/relationships"><Relationship Id="rId8" Type="http://schemas.microsoft.com/office/2007/relationships/hdphoto" Target="../media/hdphoto3.wdp"/><Relationship Id="rId3" Type="http://schemas.openxmlformats.org/officeDocument/2006/relationships/image" Target="../media/image5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microsoft.com/office/2007/relationships/hdphoto" Target="../media/hdphoto1.wdp"/><Relationship Id="rId5" Type="http://schemas.openxmlformats.org/officeDocument/2006/relationships/image" Target="../media/image4.png"/><Relationship Id="rId4" Type="http://schemas.microsoft.com/office/2007/relationships/hdphoto" Target="../media/hdphoto2.wdp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diagramColors" Target="../diagrams/colors1.xml"/><Relationship Id="rId3" Type="http://schemas.openxmlformats.org/officeDocument/2006/relationships/image" Target="../media/image5.png"/><Relationship Id="rId7" Type="http://schemas.openxmlformats.org/officeDocument/2006/relationships/diagramQuickStyle" Target="../diagrams/quickStyle1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diagramLayout" Target="../diagrams/layout1.xml"/><Relationship Id="rId5" Type="http://schemas.openxmlformats.org/officeDocument/2006/relationships/diagramData" Target="../diagrams/data1.xml"/><Relationship Id="rId4" Type="http://schemas.microsoft.com/office/2007/relationships/hdphoto" Target="../media/hdphoto2.wdp"/><Relationship Id="rId9" Type="http://schemas.microsoft.com/office/2007/relationships/diagramDrawing" Target="../diagrams/drawing1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diagramColors" Target="../diagrams/colors2.xml"/><Relationship Id="rId3" Type="http://schemas.openxmlformats.org/officeDocument/2006/relationships/image" Target="../media/image5.png"/><Relationship Id="rId7" Type="http://schemas.openxmlformats.org/officeDocument/2006/relationships/diagramQuickStyle" Target="../diagrams/quickStyle2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diagramLayout" Target="../diagrams/layout2.xml"/><Relationship Id="rId5" Type="http://schemas.openxmlformats.org/officeDocument/2006/relationships/diagramData" Target="../diagrams/data2.xml"/><Relationship Id="rId4" Type="http://schemas.microsoft.com/office/2007/relationships/hdphoto" Target="../media/hdphoto2.wdp"/><Relationship Id="rId9" Type="http://schemas.microsoft.com/office/2007/relationships/diagramDrawing" Target="../diagrams/drawing2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diagramColors" Target="../diagrams/colors3.xml"/><Relationship Id="rId3" Type="http://schemas.openxmlformats.org/officeDocument/2006/relationships/image" Target="../media/image5.png"/><Relationship Id="rId7" Type="http://schemas.openxmlformats.org/officeDocument/2006/relationships/diagramQuickStyle" Target="../diagrams/quickStyle3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diagramLayout" Target="../diagrams/layout3.xml"/><Relationship Id="rId5" Type="http://schemas.openxmlformats.org/officeDocument/2006/relationships/diagramData" Target="../diagrams/data3.xml"/><Relationship Id="rId4" Type="http://schemas.microsoft.com/office/2007/relationships/hdphoto" Target="../media/hdphoto2.wdp"/><Relationship Id="rId9" Type="http://schemas.microsoft.com/office/2007/relationships/diagramDrawing" Target="../diagrams/drawing3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diagramLayout" Target="../diagrams/layout4.xml"/><Relationship Id="rId3" Type="http://schemas.openxmlformats.org/officeDocument/2006/relationships/image" Target="../media/image8.png"/><Relationship Id="rId7" Type="http://schemas.openxmlformats.org/officeDocument/2006/relationships/diagramData" Target="../diagrams/data4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6" Type="http://schemas.microsoft.com/office/2007/relationships/hdphoto" Target="../media/hdphoto2.wdp"/><Relationship Id="rId11" Type="http://schemas.microsoft.com/office/2007/relationships/diagramDrawing" Target="../diagrams/drawing4.xml"/><Relationship Id="rId5" Type="http://schemas.openxmlformats.org/officeDocument/2006/relationships/image" Target="../media/image5.png"/><Relationship Id="rId10" Type="http://schemas.openxmlformats.org/officeDocument/2006/relationships/diagramColors" Target="../diagrams/colors4.xml"/><Relationship Id="rId4" Type="http://schemas.microsoft.com/office/2007/relationships/hdphoto" Target="../media/hdphoto3.wdp"/><Relationship Id="rId9" Type="http://schemas.openxmlformats.org/officeDocument/2006/relationships/diagramQuickStyle" Target="../diagrams/quickStyle4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diagramQuickStyle" Target="../diagrams/quickStyle5.xml"/><Relationship Id="rId3" Type="http://schemas.openxmlformats.org/officeDocument/2006/relationships/image" Target="../media/image5.png"/><Relationship Id="rId7" Type="http://schemas.openxmlformats.org/officeDocument/2006/relationships/diagramLayout" Target="../diagrams/layout5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6" Type="http://schemas.openxmlformats.org/officeDocument/2006/relationships/diagramData" Target="../diagrams/data5.xml"/><Relationship Id="rId5" Type="http://schemas.openxmlformats.org/officeDocument/2006/relationships/image" Target="../media/image2.png"/><Relationship Id="rId10" Type="http://schemas.microsoft.com/office/2007/relationships/diagramDrawing" Target="../diagrams/drawing5.xml"/><Relationship Id="rId4" Type="http://schemas.microsoft.com/office/2007/relationships/hdphoto" Target="../media/hdphoto2.wdp"/><Relationship Id="rId9" Type="http://schemas.openxmlformats.org/officeDocument/2006/relationships/diagramColors" Target="../diagrams/colors5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.png"/><Relationship Id="rId4" Type="http://schemas.microsoft.com/office/2007/relationships/hdphoto" Target="../media/hdphoto2.wdp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0.png"/><Relationship Id="rId4" Type="http://schemas.microsoft.com/office/2007/relationships/hdphoto" Target="../media/hdphoto2.wdp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1.png"/><Relationship Id="rId4" Type="http://schemas.microsoft.com/office/2007/relationships/hdphoto" Target="../media/hdphoto2.wdp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microsoft.com/office/2007/relationships/hdphoto" Target="../media/hdphoto2.wdp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4.png"/><Relationship Id="rId4" Type="http://schemas.microsoft.com/office/2007/relationships/hdphoto" Target="../media/hdphoto2.wdp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g"/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jp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svg"/><Relationship Id="rId3" Type="http://schemas.openxmlformats.org/officeDocument/2006/relationships/image" Target="../media/image5.png"/><Relationship Id="rId7" Type="http://schemas.openxmlformats.org/officeDocument/2006/relationships/image" Target="../media/image17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6" Type="http://schemas.microsoft.com/office/2007/relationships/hdphoto" Target="../media/hdphoto1.wdp"/><Relationship Id="rId5" Type="http://schemas.openxmlformats.org/officeDocument/2006/relationships/image" Target="../media/image4.png"/><Relationship Id="rId4" Type="http://schemas.microsoft.com/office/2007/relationships/hdphoto" Target="../media/hdphoto2.wdp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E6F5BF-4BE1-A655-E0F3-D56F0EE266A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71909" y="1500995"/>
            <a:ext cx="10259683" cy="2967035"/>
          </a:xfrm>
        </p:spPr>
        <p:txBody>
          <a:bodyPr>
            <a:normAutofit/>
          </a:bodyPr>
          <a:lstStyle/>
          <a:p>
            <a:r>
              <a:rPr lang="en-US" sz="6600" dirty="0"/>
              <a:t>Turn Any Document into a Chatbot: RAG with </a:t>
            </a:r>
            <a:r>
              <a:rPr lang="en-US" sz="6600" dirty="0" err="1"/>
              <a:t>LangChain</a:t>
            </a:r>
            <a:endParaRPr lang="en-IN" sz="66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DD8CDC8-3B19-38D0-6857-E9EC221341A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7751" y="4468030"/>
            <a:ext cx="7891272" cy="1069848"/>
          </a:xfrm>
        </p:spPr>
        <p:txBody>
          <a:bodyPr/>
          <a:lstStyle/>
          <a:p>
            <a:r>
              <a:rPr lang="en-US" dirty="0"/>
              <a:t>Live Webinar   -   Learn with Sarvesh</a:t>
            </a:r>
            <a:endParaRPr lang="en-IN" dirty="0"/>
          </a:p>
        </p:txBody>
      </p:sp>
      <p:pic>
        <p:nvPicPr>
          <p:cNvPr id="5" name="Picture 4" descr="A person with a mustache smiling&#10;&#10;AI-generated content may be incorrect.">
            <a:extLst>
              <a:ext uri="{FF2B5EF4-FFF2-40B4-BE49-F238E27FC236}">
                <a16:creationId xmlns:a16="http://schemas.microsoft.com/office/drawing/2014/main" id="{23771C31-6CBD-C37D-026F-F61EDF21809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36453" y="4345214"/>
            <a:ext cx="3765139" cy="2516342"/>
          </a:xfrm>
          <a:prstGeom prst="rect">
            <a:avLst/>
          </a:prstGeom>
        </p:spPr>
      </p:pic>
      <p:pic>
        <p:nvPicPr>
          <p:cNvPr id="7" name="Picture 6" descr="A light bulb with a book and text&#10;&#10;AI-generated content may be incorrect.">
            <a:extLst>
              <a:ext uri="{FF2B5EF4-FFF2-40B4-BE49-F238E27FC236}">
                <a16:creationId xmlns:a16="http://schemas.microsoft.com/office/drawing/2014/main" id="{29852C90-1732-48F3-A36A-67C1B37A779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11661" y="4782866"/>
            <a:ext cx="1389335" cy="815076"/>
          </a:xfrm>
          <a:prstGeom prst="rect">
            <a:avLst/>
          </a:prstGeom>
        </p:spPr>
      </p:pic>
      <p:sp>
        <p:nvSpPr>
          <p:cNvPr id="8" name="Subtitle 2">
            <a:extLst>
              <a:ext uri="{FF2B5EF4-FFF2-40B4-BE49-F238E27FC236}">
                <a16:creationId xmlns:a16="http://schemas.microsoft.com/office/drawing/2014/main" id="{1BFC9B61-4460-B5FC-51C5-09A21F66B256}"/>
              </a:ext>
            </a:extLst>
          </p:cNvPr>
          <p:cNvSpPr txBox="1">
            <a:spLocks/>
          </p:cNvSpPr>
          <p:nvPr/>
        </p:nvSpPr>
        <p:spPr>
          <a:xfrm>
            <a:off x="927751" y="4957027"/>
            <a:ext cx="1791419" cy="466754"/>
          </a:xfrm>
          <a:prstGeom prst="rect">
            <a:avLst/>
          </a:prstGeom>
        </p:spPr>
        <p:txBody>
          <a:bodyPr vert="horz" lIns="91440" tIns="45720" rIns="91440" bIns="45720" rtlCol="0">
            <a:normAutofit fontScale="85000" lnSpcReduction="100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9th Nov 2025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58305968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4DA90C30-B990-4CCA-B584-40F864DA3A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7545274" cy="6857999"/>
          </a:xfrm>
          <a:prstGeom prst="rect">
            <a:avLst/>
          </a:prstGeom>
          <a:blipFill dpi="0" rotWithShape="1">
            <a:blip r:embed="rId3">
              <a:alphaModFix amt="6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4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4B0B63E-82D3-63B3-03A3-2F75E636E0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2280" y="484632"/>
            <a:ext cx="6743844" cy="1609344"/>
          </a:xfrm>
        </p:spPr>
        <p:txBody>
          <a:bodyPr>
            <a:normAutofit/>
          </a:bodyPr>
          <a:lstStyle/>
          <a:p>
            <a:r>
              <a:rPr lang="en-IN" sz="4800" b="1"/>
              <a:t>My profile</a:t>
            </a:r>
            <a:endParaRPr lang="en-IN" sz="480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0A639F1-BA50-DFC0-A64A-4EE2867B494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2279" y="2121408"/>
            <a:ext cx="6743845" cy="4050792"/>
          </a:xfrm>
        </p:spPr>
        <p:txBody>
          <a:bodyPr>
            <a:normAutofit/>
          </a:bodyPr>
          <a:lstStyle/>
          <a:p>
            <a:r>
              <a:rPr lang="en-IN" sz="1800" b="1" dirty="0"/>
              <a:t>Sarveshwaran Rajagopal</a:t>
            </a:r>
            <a:br>
              <a:rPr lang="en-IN" sz="1800" dirty="0"/>
            </a:br>
            <a:r>
              <a:rPr lang="en-IN" sz="1800" dirty="0"/>
              <a:t>Data Scientist &amp; Trainer (AI Agents, RAG) | Founder – </a:t>
            </a:r>
            <a:r>
              <a:rPr lang="en-IN" sz="1800" i="1" dirty="0"/>
              <a:t>Learn with Sarvesh</a:t>
            </a:r>
            <a:br>
              <a:rPr lang="en-IN" sz="1800" dirty="0"/>
            </a:br>
            <a:r>
              <a:rPr lang="en-IN" sz="1800" dirty="0"/>
              <a:t>Empowered 7000+ professionals &amp; students in Data Science &amp; AI</a:t>
            </a:r>
          </a:p>
        </p:txBody>
      </p:sp>
      <p:pic>
        <p:nvPicPr>
          <p:cNvPr id="4" name="Content Placeholder 4" descr="A screenshot of a qr code&#10;&#10;AI-generated content may be incorrect.">
            <a:extLst>
              <a:ext uri="{FF2B5EF4-FFF2-40B4-BE49-F238E27FC236}">
                <a16:creationId xmlns:a16="http://schemas.microsoft.com/office/drawing/2014/main" id="{76A1023C-91BA-B09D-5486-9F7F99C4B24A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03460" y="1464048"/>
            <a:ext cx="3369177" cy="3632535"/>
          </a:xfrm>
          <a:prstGeom prst="rect">
            <a:avLst/>
          </a:prstGeom>
        </p:spPr>
      </p:pic>
      <p:grpSp>
        <p:nvGrpSpPr>
          <p:cNvPr id="11" name="Group 10">
            <a:extLst>
              <a:ext uri="{FF2B5EF4-FFF2-40B4-BE49-F238E27FC236}">
                <a16:creationId xmlns:a16="http://schemas.microsoft.com/office/drawing/2014/main" id="{D060B936-2771-48DC-842C-14EE9318E3E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DB4EC8B4-4BB2-45C2-A68A-28E36AC10E2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6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ckwell Extra Bold" pitchFamily="18" charset="0"/>
                <a:ea typeface="+mn-ea"/>
                <a:cs typeface="+mn-cs"/>
              </a:endParaRPr>
            </a:p>
          </p:txBody>
        </p:sp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1431D296-F8F1-41C3-A211-E83E243C515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rgbClr val="FFFFFF"/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53861829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16B9A12-77ED-4310-B9C6-B6D9009169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9A3D0CE2-91FF-49B3-A5D8-181E900D75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20834" y="1346946"/>
            <a:ext cx="10222992" cy="80683"/>
          </a:xfrm>
          <a:prstGeom prst="rect">
            <a:avLst/>
          </a:prstGeom>
          <a:blipFill dpi="0" rotWithShape="1">
            <a:blip r:embed="rId3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4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6200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58AEBD96-C315-4F53-9D9E-0E20E993EB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20834" y="4299696"/>
            <a:ext cx="10222992" cy="80683"/>
          </a:xfrm>
          <a:prstGeom prst="rect">
            <a:avLst/>
          </a:prstGeom>
          <a:blipFill dpi="0" rotWithShape="1">
            <a:blip r:embed="rId3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4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175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78916AAA-66F6-4DFA-88ED-7E27CF6B8D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20834" y="1484779"/>
            <a:ext cx="10222992" cy="2743200"/>
          </a:xfrm>
          <a:prstGeom prst="rect">
            <a:avLst/>
          </a:prstGeom>
          <a:blipFill dpi="0" rotWithShape="1">
            <a:blip r:embed="rId3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4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grpSp>
        <p:nvGrpSpPr>
          <p:cNvPr id="35" name="Group 34">
            <a:extLst>
              <a:ext uri="{FF2B5EF4-FFF2-40B4-BE49-F238E27FC236}">
                <a16:creationId xmlns:a16="http://schemas.microsoft.com/office/drawing/2014/main" id="{A137D43F-BAD6-47F1-AA65-AEEA38A2FF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9649215" y="4068923"/>
            <a:ext cx="1080904" cy="1080902"/>
            <a:chOff x="9685338" y="4460675"/>
            <a:chExt cx="1080904" cy="1080902"/>
          </a:xfrm>
        </p:grpSpPr>
        <p:sp>
          <p:nvSpPr>
            <p:cNvPr id="16" name="Oval 15">
              <a:extLst>
                <a:ext uri="{FF2B5EF4-FFF2-40B4-BE49-F238E27FC236}">
                  <a16:creationId xmlns:a16="http://schemas.microsoft.com/office/drawing/2014/main" id="{D512C9B2-6B22-4211-A940-FCD7C2CD0BE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685338" y="4460675"/>
              <a:ext cx="1080904" cy="1080902"/>
            </a:xfrm>
            <a:prstGeom prst="ellipse">
              <a:avLst/>
            </a:prstGeom>
            <a:blipFill dpi="0" rotWithShape="1">
              <a:blip r:embed="rId5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6">
                        <a14:imgEffect>
                          <a14:saturation sat="95000"/>
                        </a14:imgEffect>
                      </a14:imgLayer>
                    </a14:imgProps>
                  </a:ext>
                </a:extLst>
              </a:blip>
              <a:srcRect/>
              <a:tile tx="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  <p:txBody>
            <a:bodyPr/>
            <a:lstStyle/>
            <a:p>
              <a:endParaRPr lang="en-IN"/>
            </a:p>
          </p:txBody>
        </p:sp>
        <p:sp>
          <p:nvSpPr>
            <p:cNvPr id="36" name="Oval 35">
              <a:extLst>
                <a:ext uri="{FF2B5EF4-FFF2-40B4-BE49-F238E27FC236}">
                  <a16:creationId xmlns:a16="http://schemas.microsoft.com/office/drawing/2014/main" id="{85F7DB84-CDE7-46F8-90DD-9D048A7D52D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793429" y="4568765"/>
              <a:ext cx="864723" cy="864722"/>
            </a:xfrm>
            <a:prstGeom prst="ellipse">
              <a:avLst/>
            </a:prstGeom>
            <a:noFill/>
            <a:ln w="25400" cap="flat" cmpd="sng" algn="ctr">
              <a:solidFill>
                <a:sysClr val="window" lastClr="FFFFFF"/>
              </a:solidFill>
              <a:prstDash val="solid"/>
            </a:ln>
            <a:effectLst/>
          </p:spPr>
          <p:txBody>
            <a:bodyPr/>
            <a:lstStyle/>
            <a:p>
              <a:endParaRPr lang="en-IN"/>
            </a:p>
          </p:txBody>
        </p:sp>
      </p:grpSp>
      <p:sp useBgFill="1">
        <p:nvSpPr>
          <p:cNvPr id="37" name="Rectangle 36">
            <a:extLst>
              <a:ext uri="{FF2B5EF4-FFF2-40B4-BE49-F238E27FC236}">
                <a16:creationId xmlns:a16="http://schemas.microsoft.com/office/drawing/2014/main" id="{E8035907-EB9C-4E11-8A9B-D25B0AD8D7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3048" y="0"/>
            <a:ext cx="12188952" cy="685800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16FE2E5-12A0-1876-EE1B-A596120648F2}"/>
              </a:ext>
            </a:extLst>
          </p:cNvPr>
          <p:cNvSpPr txBox="1"/>
          <p:nvPr/>
        </p:nvSpPr>
        <p:spPr>
          <a:xfrm>
            <a:off x="7937524" y="2064730"/>
            <a:ext cx="2942706" cy="272853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defTabSz="914400">
              <a:lnSpc>
                <a:spcPct val="90000"/>
              </a:lnSpc>
              <a:spcBef>
                <a:spcPts val="1200"/>
              </a:spcBef>
              <a:buClr>
                <a:schemeClr val="accent1">
                  <a:lumMod val="75000"/>
                </a:schemeClr>
              </a:buClr>
              <a:buSzPct val="85000"/>
            </a:pPr>
            <a:r>
              <a:rPr lang="en-US" sz="2800">
                <a:solidFill>
                  <a:schemeClr val="tx2"/>
                </a:solidFill>
              </a:rPr>
              <a:t>Make that system conversational</a:t>
            </a:r>
          </a:p>
        </p:txBody>
      </p:sp>
      <p:grpSp>
        <p:nvGrpSpPr>
          <p:cNvPr id="38" name="Group 37">
            <a:extLst>
              <a:ext uri="{FF2B5EF4-FFF2-40B4-BE49-F238E27FC236}">
                <a16:creationId xmlns:a16="http://schemas.microsoft.com/office/drawing/2014/main" id="{B4CFDD4A-4FA1-4CD9-90D5-E253C2040B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314818" y="720071"/>
            <a:ext cx="5417868" cy="5417858"/>
            <a:chOff x="1311770" y="720071"/>
            <a:chExt cx="5417868" cy="5417858"/>
          </a:xfrm>
        </p:grpSpPr>
        <p:sp>
          <p:nvSpPr>
            <p:cNvPr id="22" name="Oval 21">
              <a:extLst>
                <a:ext uri="{FF2B5EF4-FFF2-40B4-BE49-F238E27FC236}">
                  <a16:creationId xmlns:a16="http://schemas.microsoft.com/office/drawing/2014/main" id="{4AB5B6FA-7B4F-437A-9C78-144C7DCD1EC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311770" y="720071"/>
              <a:ext cx="5417868" cy="5417858"/>
            </a:xfrm>
            <a:prstGeom prst="ellipse">
              <a:avLst/>
            </a:prstGeom>
            <a:blipFill dpi="0" rotWithShape="1">
              <a:blip r:embed="rId7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8">
                        <a14:imgEffect>
                          <a14:saturation sat="400000"/>
                        </a14:imgEffect>
                        <a14:imgEffect>
                          <a14:brightnessContrast bright="-40000" contrast="40000"/>
                        </a14:imgEffect>
                      </a14:imgLayer>
                    </a14:imgProps>
                  </a:ext>
                </a:extLst>
              </a:blip>
              <a:srcRect/>
              <a:tile tx="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ckwell Extra Bold" pitchFamily="18" charset="0"/>
                <a:ea typeface="+mn-ea"/>
                <a:cs typeface="+mn-cs"/>
              </a:endParaRPr>
            </a:p>
          </p:txBody>
        </p:sp>
        <p:sp>
          <p:nvSpPr>
            <p:cNvPr id="39" name="Oval 38">
              <a:extLst>
                <a:ext uri="{FF2B5EF4-FFF2-40B4-BE49-F238E27FC236}">
                  <a16:creationId xmlns:a16="http://schemas.microsoft.com/office/drawing/2014/main" id="{A4199C21-6AE0-4F6F-AA96-6FFF97BB95E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598390" y="1006688"/>
              <a:ext cx="4844628" cy="4844620"/>
            </a:xfrm>
            <a:prstGeom prst="ellipse">
              <a:avLst/>
            </a:prstGeom>
            <a:noFill/>
            <a:ln w="25400" cap="flat" cmpd="sng" algn="ctr">
              <a:solidFill>
                <a:sysClr val="window" lastClr="FFFFFF"/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EED84755-4156-7113-ED4C-48B7989E4D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17507" y="1316890"/>
            <a:ext cx="4606394" cy="422421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>
              <a:lnSpc>
                <a:spcPct val="80000"/>
              </a:lnSpc>
            </a:pPr>
            <a:r>
              <a:rPr lang="en-US" sz="6000">
                <a:solidFill>
                  <a:srgbClr val="FFFFFF"/>
                </a:solidFill>
              </a:rPr>
              <a:t>Today’s goal</a:t>
            </a: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D9C69FA7-0958-4ED9-A0DF-E87A0C137B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545208" y="3388657"/>
            <a:ext cx="3657600" cy="80683"/>
          </a:xfrm>
          <a:prstGeom prst="rect">
            <a:avLst/>
          </a:prstGeom>
          <a:blipFill dpi="0" rotWithShape="1">
            <a:blip r:embed="rId3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4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175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829608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D0AAEE-C573-897E-23AD-5A2CCD2685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9848" y="484632"/>
            <a:ext cx="10058400" cy="1609344"/>
          </a:xfrm>
        </p:spPr>
        <p:txBody>
          <a:bodyPr>
            <a:normAutofit/>
          </a:bodyPr>
          <a:lstStyle/>
          <a:p>
            <a:r>
              <a:rPr lang="en-US"/>
              <a:t>What is RAG (Retrieval-Augmented Generation)?</a:t>
            </a:r>
            <a:endParaRPr lang="en-IN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3FD711E9-7F79-40A9-8D9E-4AE293C154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66800" y="2013293"/>
            <a:ext cx="10058400" cy="80683"/>
          </a:xfrm>
          <a:prstGeom prst="rect">
            <a:avLst/>
          </a:prstGeom>
          <a:blipFill dpi="0" rotWithShape="1">
            <a:blip r:embed="rId3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4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6200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40EAF3ED-6656-9C25-6BD3-8855EEFAA1C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214900367"/>
              </p:ext>
            </p:extLst>
          </p:nvPr>
        </p:nvGraphicFramePr>
        <p:xfrm>
          <a:off x="1069975" y="2385391"/>
          <a:ext cx="10158639" cy="268735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5" r:lo="rId6" r:qs="rId7" r:cs="rId8"/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DD2548D3-6FC1-9BDE-7EFE-DDF6A479D62A}"/>
              </a:ext>
            </a:extLst>
          </p:cNvPr>
          <p:cNvSpPr txBox="1"/>
          <p:nvPr/>
        </p:nvSpPr>
        <p:spPr>
          <a:xfrm>
            <a:off x="650706" y="5403138"/>
            <a:ext cx="10814388" cy="523220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r>
              <a:rPr lang="en-IN" sz="2800" dirty="0"/>
              <a:t>🔍 Knowledge Base → 📚 Retriever → 🧠 LLM → 💬 Response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71F307C-FA90-B2C3-E319-DB26C6C4A9BD}"/>
              </a:ext>
            </a:extLst>
          </p:cNvPr>
          <p:cNvSpPr txBox="1"/>
          <p:nvPr/>
        </p:nvSpPr>
        <p:spPr>
          <a:xfrm>
            <a:off x="2226699" y="6434827"/>
            <a:ext cx="733640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RAG is what gives your AI real-world knowledge without retraining.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69915899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A2A0B94-B80B-D3D6-8AA6-8133E411BB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F397C0-02DC-2BDE-A98E-F8EBA3985E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9848" y="484632"/>
            <a:ext cx="10058400" cy="1609344"/>
          </a:xfrm>
        </p:spPr>
        <p:txBody>
          <a:bodyPr>
            <a:normAutofit/>
          </a:bodyPr>
          <a:lstStyle/>
          <a:p>
            <a:r>
              <a:rPr lang="en-IN" dirty="0"/>
              <a:t>Problem with Plain LLMs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728D78F-6058-96CE-4022-4FB06D9B3D3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66800" y="2013293"/>
            <a:ext cx="10058400" cy="80683"/>
          </a:xfrm>
          <a:prstGeom prst="rect">
            <a:avLst/>
          </a:prstGeom>
          <a:blipFill dpi="0" rotWithShape="1">
            <a:blip r:embed="rId3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4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6200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13" name="Content Placeholder 3">
            <a:extLst>
              <a:ext uri="{FF2B5EF4-FFF2-40B4-BE49-F238E27FC236}">
                <a16:creationId xmlns:a16="http://schemas.microsoft.com/office/drawing/2014/main" id="{09A6C41E-A4CB-66C2-490E-E3F0A618589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040198787"/>
              </p:ext>
            </p:extLst>
          </p:nvPr>
        </p:nvGraphicFramePr>
        <p:xfrm>
          <a:off x="1443880" y="2249185"/>
          <a:ext cx="8939566" cy="299879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5" r:lo="rId6" r:qs="rId7" r:cs="rId8"/>
          </a:graphicData>
        </a:graphic>
      </p:graphicFrame>
      <p:sp>
        <p:nvSpPr>
          <p:cNvPr id="14" name="TextBox 13">
            <a:extLst>
              <a:ext uri="{FF2B5EF4-FFF2-40B4-BE49-F238E27FC236}">
                <a16:creationId xmlns:a16="http://schemas.microsoft.com/office/drawing/2014/main" id="{07A2992B-7A92-994B-6166-E2141F2532F1}"/>
              </a:ext>
            </a:extLst>
          </p:cNvPr>
          <p:cNvSpPr txBox="1"/>
          <p:nvPr/>
        </p:nvSpPr>
        <p:spPr>
          <a:xfrm>
            <a:off x="1230085" y="5325585"/>
            <a:ext cx="777240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That’s why we need RAG — to connect your data to your LLM safely.</a:t>
            </a:r>
            <a:endParaRPr lang="en-IN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F407D3C8-BE7F-EF3C-C890-0A40644686BE}"/>
              </a:ext>
            </a:extLst>
          </p:cNvPr>
          <p:cNvSpPr txBox="1"/>
          <p:nvPr/>
        </p:nvSpPr>
        <p:spPr>
          <a:xfrm>
            <a:off x="3510640" y="5848721"/>
            <a:ext cx="4806044" cy="369332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r>
              <a:rPr lang="en-IN" dirty="0"/>
              <a:t>LLM 🤖 → ❌ (no memory, no private data)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AA242484-DE72-4837-5B68-1F101E094BC1}"/>
              </a:ext>
            </a:extLst>
          </p:cNvPr>
          <p:cNvSpPr txBox="1"/>
          <p:nvPr/>
        </p:nvSpPr>
        <p:spPr>
          <a:xfrm>
            <a:off x="2819399" y="6450367"/>
            <a:ext cx="655320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“LLMs are smart but forgetful. RAG gives them memory.”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7101167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8D3FF37-004A-6C14-1A0F-67E031E39F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4582AD-EB43-3053-08B3-EC636A2B10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9848" y="484632"/>
            <a:ext cx="10479979" cy="1609344"/>
          </a:xfrm>
        </p:spPr>
        <p:txBody>
          <a:bodyPr>
            <a:normAutofit/>
          </a:bodyPr>
          <a:lstStyle/>
          <a:p>
            <a:r>
              <a:rPr lang="en-IN" sz="4400" dirty="0"/>
              <a:t>The RAG Pipeline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F8D2610C-D071-FD71-DF8A-DB6FB3CB01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66800" y="2013293"/>
            <a:ext cx="10058400" cy="80683"/>
          </a:xfrm>
          <a:prstGeom prst="rect">
            <a:avLst/>
          </a:prstGeom>
          <a:blipFill dpi="0" rotWithShape="1">
            <a:blip r:embed="rId3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4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6200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3" name="Content Placeholder 3">
            <a:extLst>
              <a:ext uri="{FF2B5EF4-FFF2-40B4-BE49-F238E27FC236}">
                <a16:creationId xmlns:a16="http://schemas.microsoft.com/office/drawing/2014/main" id="{35041A9A-72B6-594D-E568-965832F5D596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971063854"/>
              </p:ext>
            </p:extLst>
          </p:nvPr>
        </p:nvGraphicFramePr>
        <p:xfrm>
          <a:off x="1066800" y="2404781"/>
          <a:ext cx="10184276" cy="396858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5" r:lo="rId6" r:qs="rId7" r:cs="rId8"/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EC98D3F5-23C5-5231-D356-354C1A7A7E75}"/>
              </a:ext>
            </a:extLst>
          </p:cNvPr>
          <p:cNvSpPr txBox="1"/>
          <p:nvPr/>
        </p:nvSpPr>
        <p:spPr>
          <a:xfrm>
            <a:off x="2161383" y="6188702"/>
            <a:ext cx="808751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dirty="0"/>
              <a:t>“The same flow from last week but now we’ll make it chat continuously.”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4041545-22CB-58A7-F94A-9F98B330C02C}"/>
              </a:ext>
            </a:extLst>
          </p:cNvPr>
          <p:cNvSpPr txBox="1"/>
          <p:nvPr/>
        </p:nvSpPr>
        <p:spPr>
          <a:xfrm>
            <a:off x="1066800" y="2279987"/>
            <a:ext cx="9876064" cy="369332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r>
              <a:rPr lang="en-IN" dirty="0"/>
              <a:t>📄 Documents → 🧹 Splitter → 🧬 Embeddings → 🗂️ Vector DB → 🤖 LLM → 💬 Answer</a:t>
            </a:r>
          </a:p>
        </p:txBody>
      </p:sp>
    </p:spTree>
    <p:extLst>
      <p:ext uri="{BB962C8B-B14F-4D97-AF65-F5344CB8AC3E}">
        <p14:creationId xmlns:p14="http://schemas.microsoft.com/office/powerpoint/2010/main" val="312431923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4F77C90-5331-EDEC-8964-2987D03171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5" name="Rectangle 14">
            <a:extLst>
              <a:ext uri="{FF2B5EF4-FFF2-40B4-BE49-F238E27FC236}">
                <a16:creationId xmlns:a16="http://schemas.microsoft.com/office/drawing/2014/main" id="{5118BA95-03E7-41B7-B442-0AF8C0A7FF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3048" y="0"/>
            <a:ext cx="12188952" cy="685800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059D8741-EAD6-41B1-A882-70D70FC3582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61035" y="1679569"/>
            <a:ext cx="3498864" cy="3498858"/>
          </a:xfrm>
          <a:prstGeom prst="ellipse">
            <a:avLst/>
          </a:prstGeom>
          <a:blipFill dpi="0" rotWithShape="1">
            <a:blip r:embed="rId3">
              <a:duotone>
                <a:schemeClr val="accent1">
                  <a:shade val="45000"/>
                  <a:satMod val="135000"/>
                </a:schemeClr>
                <a:prstClr val="white"/>
              </a:duotone>
              <a:extLst>
                <a:ext uri="{BEBA8EAE-BF5A-486C-A8C5-ECC9F3942E4B}">
                  <a14:imgProps xmlns:a14="http://schemas.microsoft.com/office/drawing/2010/main">
                    <a14:imgLayer r:embed="rId4">
                      <a14:imgEffect>
                        <a14:saturation sat="400000"/>
                      </a14:imgEffect>
                      <a14:imgEffect>
                        <a14:brightnessContrast bright="-40000" contrast="40000"/>
                      </a14:imgEffect>
                    </a14:imgLayer>
                  </a14:imgProps>
                </a:ext>
              </a:extLst>
            </a:blip>
            <a:srcRect/>
            <a:tile tx="0" ty="0" sx="85000" sy="85000" flip="none" algn="tl"/>
          </a:blipFill>
          <a:ln w="25400" cap="flat" cmpd="sng" algn="ctr">
            <a:noFill/>
            <a:prstDash val="solid"/>
          </a:ln>
          <a:effectLst/>
        </p:spPr>
        <p:txBody>
          <a:bodyPr lIns="0" tIns="0" rIns="0" bIns="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ckwell Extra Bold" pitchFamily="18" charset="0"/>
              <a:ea typeface="+mn-ea"/>
              <a:cs typeface="+mn-cs"/>
            </a:endParaRPr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45444F36-3103-4D11-A25F-C054D4606DA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246134" y="1864667"/>
            <a:ext cx="3128666" cy="3128662"/>
          </a:xfrm>
          <a:prstGeom prst="ellipse">
            <a:avLst/>
          </a:prstGeom>
          <a:noFill/>
          <a:ln w="25400" cap="flat" cmpd="sng" algn="ctr">
            <a:solidFill>
              <a:sysClr val="window" lastClr="FFFFFF"/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FF4B290-38FD-FFD5-EAD4-8D131CE8F3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90145" y="2376862"/>
            <a:ext cx="2640646" cy="2104273"/>
          </a:xfrm>
          <a:noFill/>
        </p:spPr>
        <p:txBody>
          <a:bodyPr>
            <a:normAutofit/>
          </a:bodyPr>
          <a:lstStyle/>
          <a:p>
            <a:pPr algn="ctr"/>
            <a:r>
              <a:rPr lang="en-IN" sz="3000">
                <a:solidFill>
                  <a:srgbClr val="FFFFFF"/>
                </a:solidFill>
              </a:rPr>
              <a:t>Adding Conversation Memory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AD9B3EAD-A2B3-42C4-927C-3455E3E69E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502277" y="3388659"/>
            <a:ext cx="3657600" cy="80683"/>
          </a:xfrm>
          <a:prstGeom prst="rect">
            <a:avLst/>
          </a:prstGeom>
          <a:blipFill dpi="0" rotWithShape="1">
            <a:blip r:embed="rId5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6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175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graphicFrame>
        <p:nvGraphicFramePr>
          <p:cNvPr id="11" name="Rectangle 1">
            <a:extLst>
              <a:ext uri="{FF2B5EF4-FFF2-40B4-BE49-F238E27FC236}">
                <a16:creationId xmlns:a16="http://schemas.microsoft.com/office/drawing/2014/main" id="{C3A4C6F1-A8B1-BAE6-EE21-CFDE5A7614A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567945049"/>
              </p:ext>
            </p:extLst>
          </p:nvPr>
        </p:nvGraphicFramePr>
        <p:xfrm>
          <a:off x="6081713" y="725488"/>
          <a:ext cx="5141912" cy="540702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7" r:lo="rId8" r:qs="rId9" r:cs="rId10"/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2F0EBF09-7C5D-0C05-ADBE-F39D61B52E4C}"/>
              </a:ext>
            </a:extLst>
          </p:cNvPr>
          <p:cNvSpPr txBox="1"/>
          <p:nvPr/>
        </p:nvSpPr>
        <p:spPr>
          <a:xfrm>
            <a:off x="5491843" y="1390639"/>
            <a:ext cx="657497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Chatbots need memory to keep context between questions.</a:t>
            </a:r>
            <a:endParaRPr lang="en-IN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5F545C1-B450-B2D4-E129-436437EAFB58}"/>
              </a:ext>
            </a:extLst>
          </p:cNvPr>
          <p:cNvSpPr txBox="1"/>
          <p:nvPr/>
        </p:nvSpPr>
        <p:spPr>
          <a:xfrm>
            <a:off x="5549676" y="1848339"/>
            <a:ext cx="2541814" cy="369332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r>
              <a:rPr lang="en-US"/>
              <a:t>LangChain provides:</a:t>
            </a:r>
            <a:endParaRPr lang="en-IN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DAAD176-28F9-B5F0-3A27-F7EF83B71610}"/>
              </a:ext>
            </a:extLst>
          </p:cNvPr>
          <p:cNvSpPr txBox="1"/>
          <p:nvPr/>
        </p:nvSpPr>
        <p:spPr>
          <a:xfrm>
            <a:off x="5448300" y="4814539"/>
            <a:ext cx="631915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🧠 “What did we just talk about?” → remembers context</a:t>
            </a:r>
            <a:endParaRPr lang="en-IN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44DA587-8B9A-5D37-B772-5056D8CD81FE}"/>
              </a:ext>
            </a:extLst>
          </p:cNvPr>
          <p:cNvSpPr txBox="1"/>
          <p:nvPr/>
        </p:nvSpPr>
        <p:spPr>
          <a:xfrm>
            <a:off x="2421390" y="6310591"/>
            <a:ext cx="671812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“Memory turns a one-shot bot into a conversational assistant.”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58115121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4D6ED6F-E621-6B83-49BF-848E46E52B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BCFFB95F-D901-4937-8084-8A7BAA84FA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836310" y="0"/>
            <a:ext cx="4355689" cy="6857999"/>
          </a:xfrm>
          <a:prstGeom prst="rect">
            <a:avLst/>
          </a:prstGeom>
          <a:blipFill dpi="0" rotWithShape="1">
            <a:blip r:embed="rId3">
              <a:alphaModFix amt="6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4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E5EED05-5CE2-5881-E331-DF2E4D5219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79777" y="639763"/>
            <a:ext cx="3046073" cy="5177377"/>
          </a:xfrm>
          <a:ln>
            <a:noFill/>
          </a:ln>
        </p:spPr>
        <p:txBody>
          <a:bodyPr>
            <a:normAutofit/>
          </a:bodyPr>
          <a:lstStyle/>
          <a:p>
            <a:r>
              <a:rPr lang="en-IN" sz="4000"/>
              <a:t>Tools We’ll Use</a:t>
            </a:r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60F473BD-3FD3-4548-A8F5-11D3C9CB88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18" name="Oval 17">
              <a:extLst>
                <a:ext uri="{FF2B5EF4-FFF2-40B4-BE49-F238E27FC236}">
                  <a16:creationId xmlns:a16="http://schemas.microsoft.com/office/drawing/2014/main" id="{691E02ED-3E2E-4396-B6DE-5F93F2F111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5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ckwell Extra Bold" pitchFamily="18" charset="0"/>
                <a:ea typeface="+mn-ea"/>
                <a:cs typeface="+mn-cs"/>
              </a:endParaRPr>
            </a:p>
          </p:txBody>
        </p:sp>
        <p:sp>
          <p:nvSpPr>
            <p:cNvPr id="19" name="Oval 18">
              <a:extLst>
                <a:ext uri="{FF2B5EF4-FFF2-40B4-BE49-F238E27FC236}">
                  <a16:creationId xmlns:a16="http://schemas.microsoft.com/office/drawing/2014/main" id="{28F088F5-B4E7-43B9-88F4-8667026E4BC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rgbClr val="FFFFFF"/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graphicFrame>
        <p:nvGraphicFramePr>
          <p:cNvPr id="11" name="Content Placeholder 3">
            <a:extLst>
              <a:ext uri="{FF2B5EF4-FFF2-40B4-BE49-F238E27FC236}">
                <a16:creationId xmlns:a16="http://schemas.microsoft.com/office/drawing/2014/main" id="{1B0F4252-8225-06BF-8FDD-1C837BFD4F4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328971797"/>
              </p:ext>
            </p:extLst>
          </p:nvPr>
        </p:nvGraphicFramePr>
        <p:xfrm>
          <a:off x="622300" y="639763"/>
          <a:ext cx="6572250" cy="5588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6" r:lo="rId7" r:qs="rId8" r:cs="rId9"/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CBB4D484-C5AB-2607-809F-3CB1D30B52CC}"/>
              </a:ext>
            </a:extLst>
          </p:cNvPr>
          <p:cNvSpPr txBox="1"/>
          <p:nvPr/>
        </p:nvSpPr>
        <p:spPr>
          <a:xfrm>
            <a:off x="1964334" y="6288357"/>
            <a:ext cx="609713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“If you can load your data, you can chat with it.”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26821233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74B3075-9AB6-24D8-9CD7-8F45E886A4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78E9F8-81E4-58F8-AC33-43AAE5B89D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9848" y="484632"/>
            <a:ext cx="10058400" cy="1609344"/>
          </a:xfrm>
        </p:spPr>
        <p:txBody>
          <a:bodyPr>
            <a:normAutofit/>
          </a:bodyPr>
          <a:lstStyle/>
          <a:p>
            <a:r>
              <a:rPr lang="en-US" dirty="0"/>
              <a:t>Step 1: </a:t>
            </a:r>
            <a:r>
              <a:rPr lang="en-IN" b="1" dirty="0"/>
              <a:t>Import Libraries</a:t>
            </a:r>
            <a:endParaRPr lang="en-IN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D081D7F-4636-FCE3-551F-A5679D74CFE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66800" y="2013293"/>
            <a:ext cx="10058400" cy="80683"/>
          </a:xfrm>
          <a:prstGeom prst="rect">
            <a:avLst/>
          </a:prstGeom>
          <a:blipFill dpi="0" rotWithShape="1">
            <a:blip r:embed="rId3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4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6200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E796DA0-B324-964B-DDB9-E97A08DEB12A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5500" t="26303"/>
          <a:stretch>
            <a:fillRect/>
          </a:stretch>
        </p:blipFill>
        <p:spPr>
          <a:xfrm>
            <a:off x="1066800" y="2238232"/>
            <a:ext cx="9974690" cy="32575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1193504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E8BC040-F45F-74C9-9823-14F9BFB7B9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A6EE82-F776-E021-CB8B-9A097804CF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9848" y="484632"/>
            <a:ext cx="10058400" cy="1609344"/>
          </a:xfrm>
        </p:spPr>
        <p:txBody>
          <a:bodyPr>
            <a:normAutofit/>
          </a:bodyPr>
          <a:lstStyle/>
          <a:p>
            <a:r>
              <a:rPr lang="en-IN" sz="4400" b="1" dirty="0"/>
              <a:t>Step 2: Load Environment Variables</a:t>
            </a:r>
            <a:endParaRPr lang="en-IN" sz="4400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6071A388-711B-588C-BD98-75C00CC783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66800" y="2013293"/>
            <a:ext cx="10058400" cy="80683"/>
          </a:xfrm>
          <a:prstGeom prst="rect">
            <a:avLst/>
          </a:prstGeom>
          <a:blipFill dpi="0" rotWithShape="1">
            <a:blip r:embed="rId3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4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6200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DAC444F-6D52-1685-FDD6-ED426D1E90F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66800" y="2197823"/>
            <a:ext cx="9401033" cy="36965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1507672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13199FA-C3E4-EFB9-43DE-B564FDF383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CD8243-C4CE-BA99-6D2D-E84696CD05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9848" y="484632"/>
            <a:ext cx="10058400" cy="1609344"/>
          </a:xfrm>
        </p:spPr>
        <p:txBody>
          <a:bodyPr>
            <a:normAutofit/>
          </a:bodyPr>
          <a:lstStyle/>
          <a:p>
            <a:r>
              <a:rPr lang="en-IN" b="1" dirty="0"/>
              <a:t>Load and Split PDF</a:t>
            </a:r>
            <a:endParaRPr lang="en-IN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8E529B2B-8C96-886E-0F2C-915F030576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66800" y="2013293"/>
            <a:ext cx="10058400" cy="80683"/>
          </a:xfrm>
          <a:prstGeom prst="rect">
            <a:avLst/>
          </a:prstGeom>
          <a:blipFill dpi="0" rotWithShape="1">
            <a:blip r:embed="rId3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4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6200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EDEA7C7-643D-753E-FD44-EE64CA3459B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36176" y="2273810"/>
            <a:ext cx="9919648" cy="37227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134963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C6007F7-B5E5-EC57-6B0F-324EC60873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17E7AE-F444-55C4-10D1-AE10C8D70A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9848" y="484632"/>
            <a:ext cx="10058400" cy="1609344"/>
          </a:xfrm>
        </p:spPr>
        <p:txBody>
          <a:bodyPr>
            <a:normAutofit/>
          </a:bodyPr>
          <a:lstStyle/>
          <a:p>
            <a:r>
              <a:rPr lang="en-US" b="1" dirty="0"/>
              <a:t>Create Embeddings and Vector Store</a:t>
            </a:r>
            <a:endParaRPr lang="en-US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63FAD117-FBA5-31C1-7FB9-AAA338E8D4E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66800" y="2013293"/>
            <a:ext cx="10058400" cy="80683"/>
          </a:xfrm>
          <a:prstGeom prst="rect">
            <a:avLst/>
          </a:prstGeom>
          <a:blipFill dpi="0" rotWithShape="1">
            <a:blip r:embed="rId3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4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6200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E148449-554B-DAC4-3488-698D89B868E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19457" y="2185433"/>
            <a:ext cx="8902890" cy="131800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E2E5F72D-CBDB-1EF6-39E6-D942F77F0BF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19457" y="3598802"/>
            <a:ext cx="8102221" cy="32591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7662571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14BC544-9556-4796-7331-F4F801DA89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8AD8E6-9573-6A57-BF41-CA9394B224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9848" y="484632"/>
            <a:ext cx="10058400" cy="1609344"/>
          </a:xfrm>
        </p:spPr>
        <p:txBody>
          <a:bodyPr>
            <a:normAutofit/>
          </a:bodyPr>
          <a:lstStyle/>
          <a:p>
            <a:r>
              <a:rPr lang="en-IN" b="1" dirty="0"/>
              <a:t>Start Chatting</a:t>
            </a:r>
            <a:endParaRPr lang="en-IN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4B058713-F4C6-7654-5C1D-9F643A2D864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66800" y="2013293"/>
            <a:ext cx="10058400" cy="80683"/>
          </a:xfrm>
          <a:prstGeom prst="rect">
            <a:avLst/>
          </a:prstGeom>
          <a:blipFill dpi="0" rotWithShape="1">
            <a:blip r:embed="rId3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4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6200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989DE34-A17B-C36D-DE23-CA01EF152FF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66800" y="2210362"/>
            <a:ext cx="10371619" cy="39584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112569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A0699F-1D92-1F83-295F-BE4ECC92A2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7C2789-139C-8F85-494B-1B681E4DCD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9847" y="484632"/>
            <a:ext cx="10626106" cy="1609344"/>
          </a:xfrm>
        </p:spPr>
        <p:txBody>
          <a:bodyPr/>
          <a:lstStyle/>
          <a:p>
            <a:r>
              <a:rPr lang="en-IN" dirty="0"/>
              <a:t>Socials – Li      WhatsApp         Insta</a:t>
            </a:r>
          </a:p>
        </p:txBody>
      </p:sp>
      <p:pic>
        <p:nvPicPr>
          <p:cNvPr id="4" name="Content Placeholder 4" descr="A screenshot of a qr code&#10;&#10;AI-generated content may be incorrect.">
            <a:extLst>
              <a:ext uri="{FF2B5EF4-FFF2-40B4-BE49-F238E27FC236}">
                <a16:creationId xmlns:a16="http://schemas.microsoft.com/office/drawing/2014/main" id="{BCAB3B15-3AC4-3EBD-C005-074317D0D7A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5107" y="2093976"/>
            <a:ext cx="4291088" cy="4626509"/>
          </a:xfrm>
          <a:prstGeom prst="rect">
            <a:avLst/>
          </a:prstGeom>
        </p:spPr>
      </p:pic>
      <p:pic>
        <p:nvPicPr>
          <p:cNvPr id="5" name="Picture 4" descr="A screenshot of a qr code&#10;&#10;AI-generated content may be incorrect.">
            <a:extLst>
              <a:ext uri="{FF2B5EF4-FFF2-40B4-BE49-F238E27FC236}">
                <a16:creationId xmlns:a16="http://schemas.microsoft.com/office/drawing/2014/main" id="{61824027-BC89-C2FB-000E-829BE33178F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518" t="29194" r="24482" b="37488"/>
          <a:stretch>
            <a:fillRect/>
          </a:stretch>
        </p:blipFill>
        <p:spPr>
          <a:xfrm>
            <a:off x="5121837" y="1623049"/>
            <a:ext cx="3299012" cy="4885328"/>
          </a:xfrm>
          <a:prstGeom prst="rect">
            <a:avLst/>
          </a:prstGeom>
        </p:spPr>
      </p:pic>
      <p:pic>
        <p:nvPicPr>
          <p:cNvPr id="7" name="Picture 6" descr="A qr code with a square logo&#10;&#10;AI-generated content may be incorrect.">
            <a:extLst>
              <a:ext uri="{FF2B5EF4-FFF2-40B4-BE49-F238E27FC236}">
                <a16:creationId xmlns:a16="http://schemas.microsoft.com/office/drawing/2014/main" id="{0C02E932-FB15-9F17-3155-8DBA803DCB8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186" t="27364" r="19431" b="23573"/>
          <a:stretch>
            <a:fillRect/>
          </a:stretch>
        </p:blipFill>
        <p:spPr>
          <a:xfrm>
            <a:off x="8904940" y="2718599"/>
            <a:ext cx="2978517" cy="34935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155228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7049A7D3-684C-4C59-A4B6-7B308A6AD3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20834" y="1346946"/>
            <a:ext cx="10222992" cy="80683"/>
          </a:xfrm>
          <a:prstGeom prst="rect">
            <a:avLst/>
          </a:prstGeom>
          <a:blipFill dpi="0" rotWithShape="1">
            <a:blip r:embed="rId3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4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6200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D7B1087B-C592-40E7-B532-60B453A2FE6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20834" y="4299696"/>
            <a:ext cx="10222992" cy="80683"/>
          </a:xfrm>
          <a:prstGeom prst="rect">
            <a:avLst/>
          </a:prstGeom>
          <a:blipFill dpi="0" rotWithShape="1">
            <a:blip r:embed="rId3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4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175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14AE7447-E8F8-4A0F-9E3D-94842BFF88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20834" y="1484779"/>
            <a:ext cx="10222992" cy="2743200"/>
          </a:xfrm>
          <a:prstGeom prst="rect">
            <a:avLst/>
          </a:prstGeom>
          <a:blipFill dpi="0" rotWithShape="1">
            <a:blip r:embed="rId3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4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85981F80-69EE-4E2B-82A8-47FDFD7720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9649215" y="4068923"/>
            <a:ext cx="1080904" cy="1080902"/>
            <a:chOff x="9685338" y="4460675"/>
            <a:chExt cx="1080904" cy="1080902"/>
          </a:xfrm>
        </p:grpSpPr>
        <p:sp>
          <p:nvSpPr>
            <p:cNvPr id="16" name="Oval 15">
              <a:extLst>
                <a:ext uri="{FF2B5EF4-FFF2-40B4-BE49-F238E27FC236}">
                  <a16:creationId xmlns:a16="http://schemas.microsoft.com/office/drawing/2014/main" id="{46CE0473-0B07-47EE-A016-EBD87F2C8C9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685338" y="4460675"/>
              <a:ext cx="1080904" cy="1080902"/>
            </a:xfrm>
            <a:prstGeom prst="ellipse">
              <a:avLst/>
            </a:prstGeom>
            <a:blipFill dpi="0" rotWithShape="1">
              <a:blip r:embed="rId5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6">
                        <a14:imgEffect>
                          <a14:saturation sat="95000"/>
                        </a14:imgEffect>
                      </a14:imgLayer>
                    </a14:imgProps>
                  </a:ext>
                </a:extLst>
              </a:blip>
              <a:srcRect/>
              <a:tile tx="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ckwell Extra Bold" pitchFamily="18" charset="0"/>
                <a:ea typeface="+mn-ea"/>
                <a:cs typeface="+mn-cs"/>
              </a:endParaRPr>
            </a:p>
          </p:txBody>
        </p:sp>
        <p:sp>
          <p:nvSpPr>
            <p:cNvPr id="17" name="Oval 16">
              <a:extLst>
                <a:ext uri="{FF2B5EF4-FFF2-40B4-BE49-F238E27FC236}">
                  <a16:creationId xmlns:a16="http://schemas.microsoft.com/office/drawing/2014/main" id="{EDD0D1E4-DFCA-4DF0-9D37-571A5F529F0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793429" y="4568765"/>
              <a:ext cx="864723" cy="864722"/>
            </a:xfrm>
            <a:prstGeom prst="ellipse">
              <a:avLst/>
            </a:prstGeom>
            <a:noFill/>
            <a:ln w="25400" cap="flat" cmpd="sng" algn="ctr">
              <a:solidFill>
                <a:sysClr val="window" lastClr="FFFFFF"/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sp useBgFill="1">
        <p:nvSpPr>
          <p:cNvPr id="19" name="Rectangle 18">
            <a:extLst>
              <a:ext uri="{FF2B5EF4-FFF2-40B4-BE49-F238E27FC236}">
                <a16:creationId xmlns:a16="http://schemas.microsoft.com/office/drawing/2014/main" id="{F4664CB4-B2D2-4732-AB2C-939321E99D8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0" y="0"/>
            <a:ext cx="12188952" cy="685800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D03168EC-D910-4109-8158-A433124BB0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20834" y="928117"/>
            <a:ext cx="10351008" cy="80683"/>
          </a:xfrm>
          <a:prstGeom prst="rect">
            <a:avLst/>
          </a:prstGeom>
          <a:blipFill dpi="0" rotWithShape="1">
            <a:blip r:embed="rId3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4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6200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52EB50A5-ED88-4DB9-A0A0-1370FEEE64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20833" y="1110053"/>
            <a:ext cx="6631431" cy="4580301"/>
          </a:xfrm>
          <a:prstGeom prst="rect">
            <a:avLst/>
          </a:prstGeom>
          <a:blipFill dpi="0" rotWithShape="1">
            <a:blip r:embed="rId3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4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CC2751E-85B3-4A91-7C3F-2AD5FE38B0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48156" y="1432223"/>
            <a:ext cx="5965470" cy="335797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lnSpc>
                <a:spcPct val="80000"/>
              </a:lnSpc>
            </a:pPr>
            <a:r>
              <a:rPr lang="en-US" sz="6200">
                <a:blipFill dpi="0" rotWithShape="1">
                  <a:blip r:embed="rId5"/>
                  <a:srcRect/>
                  <a:tile tx="6350" ty="-127000" sx="65000" sy="64000" flip="none" algn="tl"/>
                </a:blipFill>
              </a:rPr>
              <a:t>Ask anything - code, projects, tools, or roadmap!</a:t>
            </a:r>
          </a:p>
        </p:txBody>
      </p:sp>
      <p:pic>
        <p:nvPicPr>
          <p:cNvPr id="6" name="Graphic 5" descr="Footprints">
            <a:extLst>
              <a:ext uri="{FF2B5EF4-FFF2-40B4-BE49-F238E27FC236}">
                <a16:creationId xmlns:a16="http://schemas.microsoft.com/office/drawing/2014/main" id="{B07AACE3-63BB-50D9-4100-8B21779A1E8F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7855117" y="1702032"/>
            <a:ext cx="3416725" cy="3416725"/>
          </a:xfrm>
          <a:prstGeom prst="rect">
            <a:avLst/>
          </a:prstGeom>
        </p:spPr>
      </p:pic>
      <p:sp>
        <p:nvSpPr>
          <p:cNvPr id="25" name="Rectangle 24">
            <a:extLst>
              <a:ext uri="{FF2B5EF4-FFF2-40B4-BE49-F238E27FC236}">
                <a16:creationId xmlns:a16="http://schemas.microsoft.com/office/drawing/2014/main" id="{0AA47C27-8894-42A7-8D01-C902DA9B70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20834" y="5780565"/>
            <a:ext cx="10351008" cy="80683"/>
          </a:xfrm>
          <a:prstGeom prst="rect">
            <a:avLst/>
          </a:prstGeom>
          <a:blipFill dpi="0" rotWithShape="1">
            <a:blip r:embed="rId3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4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175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7" name="Group 26">
            <a:extLst>
              <a:ext uri="{FF2B5EF4-FFF2-40B4-BE49-F238E27FC236}">
                <a16:creationId xmlns:a16="http://schemas.microsoft.com/office/drawing/2014/main" id="{8B4BD81D-EAC7-4C48-A5FD-A1156EC849E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9646920" y="5257800"/>
            <a:ext cx="1080904" cy="1080902"/>
            <a:chOff x="9685338" y="4460675"/>
            <a:chExt cx="1080904" cy="1080902"/>
          </a:xfrm>
        </p:grpSpPr>
        <p:sp>
          <p:nvSpPr>
            <p:cNvPr id="28" name="Oval 27">
              <a:extLst>
                <a:ext uri="{FF2B5EF4-FFF2-40B4-BE49-F238E27FC236}">
                  <a16:creationId xmlns:a16="http://schemas.microsoft.com/office/drawing/2014/main" id="{9CAF43F4-8892-4C5D-A8ED-C423F51756D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685338" y="4460675"/>
              <a:ext cx="1080904" cy="1080902"/>
            </a:xfrm>
            <a:prstGeom prst="ellipse">
              <a:avLst/>
            </a:prstGeom>
            <a:blipFill dpi="0" rotWithShape="1">
              <a:blip r:embed="rId5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</a:blip>
              <a:srcRect/>
              <a:tile tx="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ckwell Extra Bold" pitchFamily="18" charset="0"/>
                <a:ea typeface="+mn-ea"/>
                <a:cs typeface="+mn-cs"/>
              </a:endParaRPr>
            </a:p>
          </p:txBody>
        </p:sp>
        <p:sp>
          <p:nvSpPr>
            <p:cNvPr id="29" name="Oval 28">
              <a:extLst>
                <a:ext uri="{FF2B5EF4-FFF2-40B4-BE49-F238E27FC236}">
                  <a16:creationId xmlns:a16="http://schemas.microsoft.com/office/drawing/2014/main" id="{2D028E2F-5F35-49A4-86F5-81814931EB2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793429" y="4568765"/>
              <a:ext cx="864723" cy="864722"/>
            </a:xfrm>
            <a:prstGeom prst="ellipse">
              <a:avLst/>
            </a:prstGeom>
            <a:noFill/>
            <a:ln w="25400" cap="flat" cmpd="sng" algn="ctr">
              <a:solidFill>
                <a:sysClr val="window" lastClr="FFFFFF"/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0554030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7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Wood Type">
  <a:themeElements>
    <a:clrScheme name="Wood Type">
      <a:dk1>
        <a:sysClr val="windowText" lastClr="000000"/>
      </a:dk1>
      <a:lt1>
        <a:sysClr val="window" lastClr="FFFFFF"/>
      </a:lt1>
      <a:dk2>
        <a:srgbClr val="696464"/>
      </a:dk2>
      <a:lt2>
        <a:srgbClr val="E9E5DC"/>
      </a:lt2>
      <a:accent1>
        <a:srgbClr val="D34817"/>
      </a:accent1>
      <a:accent2>
        <a:srgbClr val="9B2D1F"/>
      </a:accent2>
      <a:accent3>
        <a:srgbClr val="A28E6A"/>
      </a:accent3>
      <a:accent4>
        <a:srgbClr val="956251"/>
      </a:accent4>
      <a:accent5>
        <a:srgbClr val="918485"/>
      </a:accent5>
      <a:accent6>
        <a:srgbClr val="855D5D"/>
      </a:accent6>
      <a:hlink>
        <a:srgbClr val="CC9900"/>
      </a:hlink>
      <a:folHlink>
        <a:srgbClr val="96A9A9"/>
      </a:folHlink>
    </a:clrScheme>
    <a:fontScheme name="Wood Type">
      <a:majorFont>
        <a:latin typeface="Rockwell Condensed" panose="02060603050405020104"/>
        <a:ea typeface=""/>
        <a:cs typeface=""/>
        <a:font script="Grek" typeface="Cambria"/>
        <a:font script="Cyrl" typeface="Cambria"/>
        <a:font script="Jpan" typeface="HG明朝B"/>
        <a:font script="Hang" typeface="바탕"/>
        <a:font script="Hans" typeface="方正姚体"/>
        <a:font script="Hant" typeface="微軟正黑體"/>
        <a:font script="Arab" typeface="Times New Roman"/>
        <a:font script="Hebr" typeface="David"/>
        <a:font script="Thai" typeface="Jasmine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Rockwell" panose="02060603020205020403"/>
        <a:ea typeface=""/>
        <a:cs typeface=""/>
        <a:font script="Grek" typeface="Cambria"/>
        <a:font script="Cyrl" typeface="Cambria"/>
        <a:font script="Jpan" typeface="HG明朝B"/>
        <a:font script="Hang" typeface="바탕"/>
        <a:font script="Hans" typeface="方正姚体"/>
        <a:font script="Hant" typeface="標楷體"/>
        <a:font script="Arab" typeface="Times New Roman"/>
        <a:font script="Hebr" typeface="David"/>
        <a:font script="Thai" typeface="Jasmine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Wood Type">
      <a:fillStyleLst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>
                <a:tint val="70000"/>
                <a:shade val="63000"/>
              </a:schemeClr>
              <a:schemeClr val="phClr">
                <a:tint val="10000"/>
                <a:satMod val="150000"/>
              </a:schemeClr>
            </a:duotone>
          </a:blip>
          <a:tile tx="0" ty="0" sx="60000" sy="59000" flip="none" algn="tl"/>
        </a:blipFill>
        <a:blipFill rotWithShape="1">
          <a:blip xmlns:r="http://schemas.openxmlformats.org/officeDocument/2006/relationships" r:embed="rId1">
            <a:duotone>
              <a:schemeClr val="phClr">
                <a:shade val="36000"/>
                <a:satMod val="120000"/>
              </a:schemeClr>
              <a:schemeClr val="phClr">
                <a:tint val="40000"/>
              </a:schemeClr>
            </a:duotone>
          </a:blip>
          <a:tile tx="0" ty="0" sx="60000" sy="59000" flip="none" algn="tl"/>
        </a:blip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softEdge rad="12700"/>
          </a:effectLst>
        </a:effectStyle>
        <a:effectStyle>
          <a:effectLst>
            <a:outerShdw blurRad="50800" dist="19050" dir="5400000" algn="tl" rotWithShape="0">
              <a:srgbClr val="000000">
                <a:alpha val="60000"/>
              </a:srgbClr>
            </a:outerShdw>
            <a:softEdge rad="12700"/>
          </a:effectLst>
        </a:effectStyle>
      </a:effectStyleLst>
      <a:bgFillStyleLst>
        <a:solidFill>
          <a:schemeClr val="phClr"/>
        </a:solidFill>
        <a:solidFill>
          <a:schemeClr val="phClr">
            <a:shade val="97000"/>
            <a:satMod val="150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tint val="75000"/>
                <a:shade val="58000"/>
                <a:satMod val="120000"/>
              </a:schemeClr>
              <a:schemeClr val="phClr">
                <a:tint val="50000"/>
                <a:shade val="96000"/>
              </a:schemeClr>
            </a:duotone>
          </a:blip>
          <a:tile tx="0" ty="0" sx="100000" sy="10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ood Type" id="{7ACABC62-BF99-48CF-A9DC-4DB89C7B13DC}" vid="{142A1326-48AB-42A9-8428-CB14AA30176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Wood Type</Template>
  <TotalTime>4936</TotalTime>
  <Words>366</Words>
  <Application>Microsoft Office PowerPoint</Application>
  <PresentationFormat>Widescreen</PresentationFormat>
  <Paragraphs>73</Paragraphs>
  <Slides>15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3" baseType="lpstr">
      <vt:lpstr>Aptos</vt:lpstr>
      <vt:lpstr>Arial</vt:lpstr>
      <vt:lpstr>Calibri</vt:lpstr>
      <vt:lpstr>Rockwell</vt:lpstr>
      <vt:lpstr>Rockwell Condensed</vt:lpstr>
      <vt:lpstr>Rockwell Extra Bold</vt:lpstr>
      <vt:lpstr>Wingdings</vt:lpstr>
      <vt:lpstr>Wood Type</vt:lpstr>
      <vt:lpstr>Turn Any Document into a Chatbot: RAG with LangChain</vt:lpstr>
      <vt:lpstr>My profile</vt:lpstr>
      <vt:lpstr>Today’s goal</vt:lpstr>
      <vt:lpstr>What is RAG (Retrieval-Augmented Generation)?</vt:lpstr>
      <vt:lpstr>Problem with Plain LLMs</vt:lpstr>
      <vt:lpstr>The RAG Pipeline</vt:lpstr>
      <vt:lpstr>Adding Conversation Memory</vt:lpstr>
      <vt:lpstr>Tools We’ll Use</vt:lpstr>
      <vt:lpstr>Step 1: Import Libraries</vt:lpstr>
      <vt:lpstr>Step 2: Load Environment Variables</vt:lpstr>
      <vt:lpstr>Load and Split PDF</vt:lpstr>
      <vt:lpstr>Create Embeddings and Vector Store</vt:lpstr>
      <vt:lpstr>Start Chatting</vt:lpstr>
      <vt:lpstr>Socials – Li      WhatsApp         Insta</vt:lpstr>
      <vt:lpstr>Ask anything - code, projects, tools, or roadmap!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R, Sarveshwaran</dc:creator>
  <cp:lastModifiedBy>R, Sarveshwaran</cp:lastModifiedBy>
  <cp:revision>43</cp:revision>
  <dcterms:created xsi:type="dcterms:W3CDTF">2025-10-19T10:13:00Z</dcterms:created>
  <dcterms:modified xsi:type="dcterms:W3CDTF">2025-11-09T04:22:23Z</dcterms:modified>
</cp:coreProperties>
</file>