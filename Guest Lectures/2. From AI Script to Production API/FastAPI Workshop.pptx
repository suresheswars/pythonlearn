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320" r:id="rId3"/>
    <p:sldId id="257" r:id="rId4"/>
    <p:sldId id="258" r:id="rId5"/>
    <p:sldId id="259" r:id="rId6"/>
    <p:sldId id="291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290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31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CE7D-50D8-A985-968D-68F7ACD3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1A2F-7AFF-613E-48E7-80407B5BD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B34BE-77EF-15D7-4231-3F01A5535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EF3E0-13BE-7BEF-CD74-041F117E5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3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fif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0" y="50292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85" y="724205"/>
            <a:ext cx="563270" cy="5632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868680"/>
            <a:ext cx="457200" cy="274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069080" y="50292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365" y="724205"/>
            <a:ext cx="563270" cy="56327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68680"/>
            <a:ext cx="457200" cy="2743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852160" y="50292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445" y="724205"/>
            <a:ext cx="563270" cy="5632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AI Script to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API</a:t>
            </a:r>
            <a:endParaRPr lang="en-US" sz="4000" dirty="0"/>
          </a:p>
        </p:txBody>
      </p:sp>
      <p:sp>
        <p:nvSpPr>
          <p:cNvPr id="13" name="Text 6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 +  Uvicorn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LangChain agent into a real service the world can use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3-Hour 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73152"/>
            <a:ext cx="85587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Instructor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51206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969264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Varush H.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" y="1371600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A8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· PwC India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" y="1783080"/>
            <a:ext cx="54864" cy="594360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92224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@ PwC India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2039112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Leads high-impact AI/ML projects delivering measurable business ROI across enterprise clients in consulting.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" y="2551176"/>
            <a:ext cx="54864" cy="594360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60320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Generative AI Practitioner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" y="2807208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and shipped production-grade Agentic AI, NLP, Deep Learning, and LLM-powered solutions.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" y="3319272"/>
            <a:ext cx="54864" cy="594360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284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Mentor &amp; Educator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3575304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Mentors aspiring data scientists and junior engineers — guiding careers, projects, and skill-building in AI/ML.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" y="4087368"/>
            <a:ext cx="54864" cy="594360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9651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Workshop Facilitator — AI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434340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Delivers hands-on workshops translating complex AI concepts into practical, build-ready knowledge for learners.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96128" y="822960"/>
            <a:ext cx="32918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3608" y="948866"/>
            <a:ext cx="1656878" cy="1676341"/>
          </a:xfrm>
          <a:prstGeom prst="ellipse">
            <a:avLst/>
          </a:prstGeom>
          <a:solidFill>
            <a:srgbClr val="E8F6F9"/>
          </a:solidFill>
          <a:ln w="25400">
            <a:solidFill>
              <a:srgbClr val="00A8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36208" y="987552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60720" y="3127248"/>
            <a:ext cx="2962656" cy="0"/>
          </a:xfrm>
          <a:prstGeom prst="line">
            <a:avLst/>
          </a:prstGeom>
          <a:noFill/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732649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4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Scan to Connect 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953512"/>
            <a:ext cx="2011680" cy="20116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6C9B40-7394-22AD-25B7-9B00AFF21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71" y="2690622"/>
            <a:ext cx="374025" cy="374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FEE9E2-FAF3-70E6-C797-7745DF235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608" y="954641"/>
            <a:ext cx="1656878" cy="1656878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Are &amp; Where You're Going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83280" cy="219456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8" y="15124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Session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an AI agent that runs in a Python script or notebook. It works — but only on YOUR machine, when YOU run it manually.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778" y="2152498"/>
            <a:ext cx="358445" cy="3584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188720"/>
            <a:ext cx="3383280" cy="219456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029200" y="1188720"/>
            <a:ext cx="33832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151241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Today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1208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is a live API that any app, website, or teammate can call over the internet — 24/7, no manual running needed.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867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794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Outcome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54480" y="4114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 convert ANY AI script into a production-ready API — a skill every AI engineer needs.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Agenda — 3-Hour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3152" cy="1143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32588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14767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Foundations (Practical)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65960" y="18470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really is, HTTP, requests/responses, JSON, REST — explained with everyday analogies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423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51560" y="265176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280263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659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with FastAPI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965960" y="31729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endpoint, path &amp; query params, Pydantic models, auto-docs, error handling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1520" y="374904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31520" y="374904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051560" y="3977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36" y="412851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9659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 LangChain + Uvicorn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965960" y="44988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AI agent in an API, streaming responses, run with Uvicorn, go to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1: API Foundations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APIs the Practical Way — No Jargon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482" y="188732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F24E3-F6B2-8F8E-7B3C-A5A16A72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17698-F7CB-D44D-5727-A29BFF527A2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8DF88D-7DB3-EF76-41E3-5CC3489DDE74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API? The Restaurant Analogy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698607-DB45-8E29-5891-42DBE6FD3159}"/>
              </a:ext>
            </a:extLst>
          </p:cNvPr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ordering food at a restaurant. You don't walk into the kitchen — you use a waiter.</a:t>
            </a:r>
            <a:endParaRPr lang="en-US" sz="14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BF05C399-233D-D419-7163-F57F3376FA8A}"/>
              </a:ext>
            </a:extLst>
          </p:cNvPr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035ABAF4-13DB-77C3-E2C1-E0F32516EF95}"/>
              </a:ext>
            </a:extLst>
          </p:cNvPr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a contract: "Send me a request in this format, and I'll send back a response in that format." You never see the kitchen.</a:t>
            </a:r>
            <a:endParaRPr lang="en-US" sz="13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8853F75-084D-84EE-11F8-6DFBAE60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43" y="1328939"/>
            <a:ext cx="5306058" cy="248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5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Already Use APIs Every 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35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weather API to fetch today's forecast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3350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with Google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Google's API to verify who you are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3350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Payment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Stripe/PayPal API to process your card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163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 in Uber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Google Maps API for directions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1638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App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OpenAI's API behind the scenes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1638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Share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via the platform's API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everywhere. Today, YOU build 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 API Call Works: Request &amp; Response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46304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18" y="16038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/ browser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75120" y="1280160"/>
            <a:ext cx="2011680" cy="146304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60920" y="14630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738" y="16038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7512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FastAPI app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60320" y="150876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5603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REQUEST  →  POST /chat  { "question": "Hi" }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560320" y="21031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5603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RESPONSE  ←  200 OK  { "answer": "Hello!" }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Request Contains: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" y="3456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92024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008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URL/Endpoint: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920240" y="3767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/chat, /agent/run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4078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920240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tokens, content-type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008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92024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(JSON)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6344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Response Contains: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84632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Code: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21792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OK, 404, 500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8463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Headers: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21792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content-type, length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4632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Body: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217920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(JSON)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Methods — The Verbs of APIs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371600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1207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207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/agents → list all 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2070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menu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1371600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21214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/ send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121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 → send a question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2121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an 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137160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6000" y="3035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existing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035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/agent/1 → update config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30358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order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1371600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86000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950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/session/5 → end chat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9502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Canceling an order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serving AI agents, you'll mostly use POST — sending a question and getting an answer back.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Codes — What the Server Tells You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" cy="960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152796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280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91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6616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worked as expected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· 201 Created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2860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228600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2514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" y="262524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4xx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69164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Error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6616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caller) made a mistake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6616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 · 404 Not Found · 401 Unauthorized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338328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31520" y="3383280"/>
            <a:ext cx="73152" cy="9601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1005840" y="361188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82" y="3722522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1691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56616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broke while processing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56616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Error · 503 Unavailable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— The Language APIs Speak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JSON?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is a simple, human-readable format for exchanging data. It's how the client and server pass information back and forth.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Rules: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889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 key–value pairs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296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always in "quotes"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5701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string, number, boolean, list, object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410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913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just like a Python dictionary!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An AI Chat Request &amp; Response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8920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"What is FastAPI?",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"session_id": "user_123",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"stream":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54880" y="3063240"/>
            <a:ext cx="3931920" cy="1600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892040" y="3154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"FastAPI is a modern,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fast web framework...",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"tokens_used": 42,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2: Building with FastAPI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Your First Working Endpoint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63840" y="173736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42" y="197876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FastAPI?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13752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a modern, high-performance Python web framework for building APIs. It's designed to be fast to run AND fast to code — with automatic validation, documentation, and async support out of the box.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51560" y="26517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378" y="27925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fastest Python frameworks — on par with Node.js &amp; Go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246888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108960" y="26517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778" y="27925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060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to Learn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6974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working API in ~10 lines of clean Python code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63440" y="246888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166360" y="26517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178" y="27925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Validation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7548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checks incoming data types automatically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720840" y="246888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223760" y="265176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578" y="2792578"/>
            <a:ext cx="358445" cy="35844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20840" y="3383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Docs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8122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docs generated for free (Swagger UI)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FastAPI is Perfect for AI Apps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3908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Support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 (to LLMs) are slow &amp; I/O-bound. Async lets your API handle many requests while waiting for the LLM to respond.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402" y="13908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Responses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 as the LLM generates them — just like ChatGPT's typing effect — instead of waiting for the full answer.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9260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" y="32196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Safety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440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ensure the question, parameters, and response are always the right shape — fewer runtime bugs.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402" y="32196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Microsoft, Uber, Netflix. Scales from a prototype to millions of requests with the same code.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 FastAPI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937760" cy="1554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&amp; activate virtual environment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 # Windows: venv\Scripts\activate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FastAPI + Uvicorn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fastapi uvicorn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our AI app later: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langchain langchain-openai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417320"/>
            <a:ext cx="2651760" cy="155448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Packages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— defines your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— actually runs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863840" cy="1143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my-ai-api/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# Your FastAPI app lives here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agent.py         # Your LangChain agent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# API keys (OPENAI_API_KEY=...)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 #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FastAPI Endpoint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12064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the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Define an endpoint with a decorator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read_root():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{"message": "Hello, API!"}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Add another endpoint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health_check():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"healthy"}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it! A working API.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 with: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uvicorn main:app --reload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2926080" cy="169164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It Down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GET endpoint at this URL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1892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read_root()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that runs on each call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23225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{...}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auto-converts to JSON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880360"/>
            <a:ext cx="2926080" cy="173736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in the Browser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running, visit: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{"message": "Hello, API!"}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docs at: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localhost:8000/docs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Passing Data: Path &amp; Query Parameters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Parameters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URL path. Used to identify a specific resource.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749040" cy="1234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@app.get("/agent/{agent_id}")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get_agent(agent_id: int):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{"id": agent_id}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Call: GET /agent/42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{"id": 42}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auto-converts agent_id to int and validates it!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Parameters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? in a URL. Used for filtering, options, search.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920240"/>
            <a:ext cx="3566160" cy="1417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2011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search(q: str, limit: int = 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{"query": q,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"limit": limit}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Call: GET /search?q=ai&amp;limit=5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{"query": "ai", "limit": 5}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has a default (10), so it's optional. q is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Body &amp; Pydantic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93776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the shape of incoming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ChatRequest(BaseModel):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session_id: str = "default"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temperature: float = 0.7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in a POST endpoint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chat(request: ChatRequest):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"received": request.question,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"session": request.session_id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173736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Pydantic?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4813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types automatically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9222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80760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bad data with clear errors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0312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defaults for optional fields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1401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80760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your API shape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577840" y="2926080"/>
            <a:ext cx="3108960" cy="169164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7607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Validation Example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76072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client sends: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76072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"temperature": "hot" }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76072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auto-rejects with 422: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7607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 must be a number"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57607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needed from you!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Interactive Docs (Swagger UI)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13651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automatically generates interactive API documentation. Visit /docs and you get a full UI to explore and TEST your endpoints — no Postman needed. This comes free, just from your code.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33172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54480" y="2514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98" y="2655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All Endpoints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route, method, and parameter listed automatically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37560" y="233172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160520" y="2514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338" y="265541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Live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7472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"Try it out", enter data, hit Execute — see real responses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43600" y="233172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766560" y="2514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378" y="265541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with Team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08076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devs &amp; testers explore your API without asking you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free doc UIs:   /docs  (Swagger)    ·    /redoc  (ReDoc)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Errors Gracefully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93776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chat(request: ChatRequest):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 business 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len(request.question) &gt; 1000: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status_code=400,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detail="Question too long (max 1000)"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 = run_agent(request.question)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{"answer": answer}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status_code=500,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detail=f"Agent failed: {str(e)}"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Error Handling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73152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clear status codes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for bad input, 500 for failures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2304288"/>
            <a:ext cx="73152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helpful 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578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caller what went wrong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3054096"/>
            <a:ext cx="73152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30540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leak secrets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3284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stack traces or keys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80390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3803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risky calls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4078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around LLM &amp; tool calls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3: Serve LangChain + Uvicorn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AI Agent in an API &amp; Ship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482" y="188732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Goal: Wrap Your LangChain Agent in an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997612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A 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66160" cy="1600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4438" y="159105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create_agent(...)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agent.invoke(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 is FastAPI?"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runs when YOU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python agent.py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0598" y="18745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690" y="1996135"/>
            <a:ext cx="332842" cy="33284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1359" y="1186610"/>
            <a:ext cx="3931920" cy="1997612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14239" y="127805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An API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59959" y="1506650"/>
            <a:ext cx="3566160" cy="1600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51399" y="168953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chat(req: ChatRequest):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agent.invoke(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req.question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{"answer": result}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Anyone can call it!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456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Idea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logic doesn't change. You simply wrap the agent.invoke() call inside a FastAPI endpoint. The endpoint receives a question over HTTP, passes it to your agent, and returns the answer as JSON. That's the whole trick.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a LangChain Agent — Full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0919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 — Complete AI Agent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create_react_agent, AgentExecutor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 import hub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FastAPI(title="My AI Agent API")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Set up the agent once, at startup ----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ChatOpenAI(model="gpt-4", temperature=0)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[...]   # your tools from last 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hub.pull("hwchase17/react")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create_react_agent(llm, tools, prompt)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= AgentExecutor(agent=agent, tools=tools, max_iterations=10)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Define the request shape ----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ChatRequest(BaseModel):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The endpoint that serves the agent ----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chat(request: ChatRequest):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executor.invoke({"input": request.question})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{"answer": result["output"], "status": "success"}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HTTPException(status_code=500, detail=str(e))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Down the Agent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Once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LLM, tools, and agent at startup — NOT inside the endpoint. This avoids rebuilding the agent on every request (slow &amp; wasteful).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Request Shape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ChatRequest(BaseModel) declares that every call must include a 'question' string. FastAPI validates this automatically.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invoke() in Endpoint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/chat POST endpoint receives the question, passes it to executor.invoke(), and returns the agent's output as JSON.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Failures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agent call in try/except. If the agent errors, return a clean 500 response instead of crashing the server.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Uvicorn?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14209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887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is the server that actually runs your FastAPI app. FastAPI defines WHAT your API does; Uvicorn handles the live network connections — listening for requests, passing them to FastAPI, and sending responses back. It's an ASGI server built for async, high-performance Python.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3657600" cy="21945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= the restaurant's recipes &amp; menu (the logic).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= the building, the doors, and the staff that actually open up, let customers in, and keep things running.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both: recipes alone don't serve customers.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4436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ASGI server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12080" y="3154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async — perfect for AI's slow LLM calls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5584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Lightning fast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12080" y="3566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uvloop &amp; httptools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673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Auto-reload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212080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on code changes during dev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7880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21208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multiple workers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Your API with Uvicorn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863840" cy="868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^^^^ ^^^  ^^^^^^^^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file app  auto-restart when code changes (dev only)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680960" cy="91440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Decoding the command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= main.py file    ·    app = the FastAPI() object inside it    ·    --reload = restart on save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7863840" cy="868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--host 0.0.0.0 --port 8000 --workers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listen to all IPs    set port   run 4 parallel processes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Picture: How It All Connects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20240" cy="210312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17611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mobile app,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another service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2860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14600" y="1371600"/>
            <a:ext cx="1920240" cy="21031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17520" y="160020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454" y="176113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Uvicorn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56032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HTTP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 a port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28600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54880" y="1371600"/>
            <a:ext cx="1920240" cy="21031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734" y="1761134"/>
            <a:ext cx="409651" cy="4096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5488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80060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data, routes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right endpoint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8600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95160" y="1371600"/>
            <a:ext cx="1920240" cy="210312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7498080" y="16002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9014" y="1761134"/>
            <a:ext cx="409651" cy="4096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9516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704088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reasons, uses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generates answer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flows left → right, response flows right → left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travels Client → Uvicorn → FastAPI → LangChain agent. The answer travels back the same path as JSON. Each layer has one clear job.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to Production — What Else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35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Variables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API keys in .env, never in code. Load with python-dotenv.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3350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your frontend's domain to call the API (CORSMiddleware).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3350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2618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requests per user to prevent abuse and runaway LLM costs.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163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endpoints with API keys or OAuth so only authorized users call.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1638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&amp; Monitoring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7472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requests, errors, latency, and token usage in production.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55080" y="30632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1638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55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Docker, deploy to Render, Railway, AWS, or Fly.io.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Wins: Env Variables &amp; CORS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API Keys Safely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783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 # reads .env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os.environ has your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picks it 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automatically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Allowing Your Frontend (CORS)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783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fastapi.middleware.cors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CORSMiddleware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app.add_middleware(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CORSMiddleware,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allow_origins=["https://myapp.com"],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allow_methods=["*"],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allow_headers=["*"],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6674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Two First?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3794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 keep your secret keys out of your code (and out of GitHub). CORS is the #1 reason a frontend can't talk to your API — without it, browsers block the request. Set both up early and you avoid the two most common beginner roadblocks.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45720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602" y="69860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 Your Agent API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· Service · Generator · Domain · System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 production FastAPI codebase the professional way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Deep Dive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Everything in One main.py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206240" cy="36576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students usually write: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84048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 — 200 lines &amp; growing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ChatOpenAI(...)        # setup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[...]                # tools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create_agent(...)    # agent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chat(req):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business rules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the agent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save history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format response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...all jammed here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{...}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demo — but becomes unmaintainable fast.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Breaks Down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60020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0" y="1572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anything in one giant 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7568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0482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Can't test the agent without the API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55117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25237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thing risks breaking others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02666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999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developers can't work without conflicts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50215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tangled with HTTP 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97764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86400" y="3950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reuse the agent elsewhere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5 Clean Layers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16128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01" y="125784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08960" y="11247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Handles HTTP. Receives requests, returns responses.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0" y="1197864"/>
            <a:ext cx="16459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197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receptionist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8640" y="1801368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801368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1911096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01" y="2007657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10896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logic. Orchestrates the whole flow.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858000" y="1947672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0" y="1947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manager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48640" y="2551176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551176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2660904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01" y="2757465"/>
            <a:ext cx="245791" cy="24579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26243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108960" y="2624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Runs the AI agent. Produces the answer.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expert worker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48640" y="3300984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8640" y="3300984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5"/>
          <p:cNvSpPr/>
          <p:nvPr/>
        </p:nvSpPr>
        <p:spPr>
          <a:xfrm>
            <a:off x="777240" y="3410712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01" y="3507273"/>
            <a:ext cx="245791" cy="24579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33741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3108960" y="33741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&amp; core entities. Shared everywhere.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858000" y="3447288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29"/>
          <p:cNvSpPr/>
          <p:nvPr/>
        </p:nvSpPr>
        <p:spPr>
          <a:xfrm>
            <a:off x="685800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shared vocabulary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548640" y="4050792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48640" y="4050792"/>
            <a:ext cx="73152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Shape 32"/>
          <p:cNvSpPr/>
          <p:nvPr/>
        </p:nvSpPr>
        <p:spPr>
          <a:xfrm>
            <a:off x="777240" y="4160520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801" y="4257081"/>
            <a:ext cx="245791" cy="24579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371600" y="41239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3108960" y="41239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 setup, config, wiring, lifecycle.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6858000" y="4197096"/>
            <a:ext cx="164592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36"/>
          <p:cNvSpPr/>
          <p:nvPr/>
        </p:nvSpPr>
        <p:spPr>
          <a:xfrm>
            <a:off x="6858000" y="4197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building &amp; utilities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Layers Connect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2743200"/>
          </a:xfrm>
          <a:prstGeom prst="rect">
            <a:avLst/>
          </a:prstGeom>
          <a:solidFill>
            <a:srgbClr val="E0E7FF"/>
          </a:solidFill>
          <a:ln w="25400">
            <a:solidFill>
              <a:srgbClr val="6366F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 — wires everything together, provides config &amp; runtime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2103120" cy="128016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7373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018" y="187817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10312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600200"/>
            <a:ext cx="2103120" cy="128016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14800" y="17373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618" y="187817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210312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943600" y="1600200"/>
            <a:ext cx="2103120" cy="128016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18" y="1878178"/>
            <a:ext cx="358445" cy="3584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436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914400" y="3063240"/>
            <a:ext cx="7360920" cy="54864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20040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3063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shared data models (ChatRequest, ChatResponse) used by every layer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16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Request: Controller → Service → Generator.   Response flows back the same way.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 are the common language they all speak. System holds it all together.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Domain — The Shared Data Models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layer defines the core data structures your app works with — as Pydantic models. They have NO logic, just shape. Every other layer speaks in these models.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EDE9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Separate It?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data shapes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Auto-validation via Pydantic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Reused by Controller, Service &amp; Generator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72000" y="1051560"/>
            <a:ext cx="411480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2"/>
          <p:cNvSpPr/>
          <p:nvPr/>
        </p:nvSpPr>
        <p:spPr>
          <a:xfrm>
            <a:off x="4709160" y="11430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domain/models.py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ChatRequest(BaseModel):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"""What comes IN."""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session_id: str = "default"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temperature: float = 0.7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ChatResponse(BaseModel):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"""What goes OUT."""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session_id: str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tokens_used: 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AgentConfig(BaseModel):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"""Core entity."""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str = "gpt-4"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max_iterations: int = 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Pure data. No logic. No HTTP.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No LangChain. Just shapes.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Generator — The AI Engine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owns the LangChain agent. Its ONLY job is to take a question and generate an answer. It knows nothing about HTTP, databases, or business rules — pure AI generation.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Separate It?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Swap GPT-4 → Claude without touching the API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the agent standalone, no server needed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agent in a CLI, worker, or API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72000" y="1051560"/>
            <a:ext cx="411480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2"/>
          <p:cNvSpPr/>
          <p:nvPr/>
        </p:nvSpPr>
        <p:spPr>
          <a:xfrm>
            <a:off x="4709160" y="11430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generator/agent_generator.py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create_react_agent, AgentExecutor)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 import hub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domain.models import AgentConfig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AgentGenerator: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"""Owns the agent. Only generates."""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tools, config: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AgentConfig):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 = ChatOpenAI(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model=config.model,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temperature=0)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 = hub.pull("hwchase17/react")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 = create_react_agent(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llm, tools, prompt)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self.executor = AgentExecutor(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agent=agent, tools=tools,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max_iterations=config.max_iterations)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generate(self, question: str) -&gt; str: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self.executor.invoke(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{"input": question})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result["output"]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Service — The Business Logic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orchestrates the flow. It applies business rules, calls the Generator, saves history, handles retries — the 'what should happen' logic. It's the brain of the operation (not the AI brain — the workflow brain).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Separate It?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live in ONE place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stays thin &amp; simple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Logic testable without HTTP or AI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72000" y="1051560"/>
            <a:ext cx="4114800" cy="3703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2"/>
          <p:cNvSpPr/>
          <p:nvPr/>
        </p:nvSpPr>
        <p:spPr>
          <a:xfrm>
            <a:off x="4709160" y="114300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service/chat_service.py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domain.models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ChatRequest, ChatResponse)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generator.agent_generator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AgentGenerator)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ChatService: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"""Orchestrates business logic."""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generator: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AgentGenerator):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self.generator = generator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handle_chat(self, request: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ChatRequest) -&gt; ChatResponse: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business rule: guard length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len(request.question) &gt; 1000: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ValueError("Too long")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2. delegate to the Generator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 = self.generator.generate(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request.question)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(could save history here)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4. build the domain response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ChatResponse(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answer=answer,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session_id=request.session_id,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tokens_used=len(answer.split()))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Controller — The HTTP Doorway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is the thin HTTP layer — your FastAPI routes. It receives the request, hands it to the Service, and returns the response. That's it. No business logic, no AI code — just the doorway.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Keep It Thin?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— see all endpoints at a glance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Swap REST for GraphQL without logic changes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Maps HTTP errors to the right status codes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72000" y="1051560"/>
            <a:ext cx="411480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2"/>
          <p:cNvSpPr/>
          <p:nvPr/>
        </p:nvSpPr>
        <p:spPr>
          <a:xfrm>
            <a:off x="4709160" y="11430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controllers/chat_controller.py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APIRouter, Depends, HTTPException)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domain.models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ChatRequest, ChatResponse)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service.chat_service import ChatService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system.dependencies import get_service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APIRouter()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@router.post("/chat",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response_model=ChatResponse)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request: ChatRequest,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service: ChatService = Depends(get_service)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service.handle_chat(request)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 as 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HTTPException(400, str(e))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HTTPException(500, str(e))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Thin! Just receive → delegate → return.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System — The Wiring &amp; Setup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creates the FastAPI app, loads config, sets up CORS, wires dependencies together (dependency injection), and manages startup/shutdown. It's the infrastructure that holds everything together.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E0E7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Lives Here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FastAPI() app instance &amp; routers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env variables (settings)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(get_service)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572000" y="1051560"/>
            <a:ext cx="411480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2"/>
          <p:cNvSpPr/>
          <p:nvPr/>
        </p:nvSpPr>
        <p:spPr>
          <a:xfrm>
            <a:off x="4709160" y="11430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system/main.py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controllers.chat_controller import router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FastAPI(title="AI Agent API")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app.include_router(router)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system/dependencies.py  (wiring)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generator.agent_generator import 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AgentGenerator)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service.chat_service import ChatService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domain.models import AgentConfig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my_tools import tools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once, inject everywhere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_generator = AgentGenerator(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tools, AgentConfig())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_service = ChatService(_generator)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get_service() -&gt; ChatService: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_service   # FastAPI injects this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Request's Journey Through All 5 Layers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52144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34440" y="1170432"/>
            <a:ext cx="1371600" cy="2926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170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105156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 starts. Generator &amp; Service are built once and wired up via dependency injection.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1673352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773936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4440" y="1792224"/>
            <a:ext cx="13716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1792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673352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arrives. FastAPI validates it into a Domain ChatRequest model.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2295144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239572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34440" y="2414016"/>
            <a:ext cx="13716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24140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0" y="2295144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calls service.handle_chat(). Service applies business rules.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2916936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017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34440" y="3035808"/>
            <a:ext cx="1371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035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0" y="2916936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generator.generate(). The LangChain agent reasons &amp; answers.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3538728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36393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34440" y="3657600"/>
            <a:ext cx="137160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234440" y="3657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43200" y="3538728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 wraps the answer in a ChatResponse model and returns it up the chain.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4261104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4440" y="4279392"/>
            <a:ext cx="13716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234440" y="4279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743200" y="416052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ChatResponse as JSON. FastAPI sends HTTP 200 to the client.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Project Structure It Creates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75488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my-agent-api/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.py          # ChatRequest, ChatResponse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generator/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agent_generator.py # the LangChain agent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chat_service.py    # business logic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chat_controller.py # FastAPI routes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system/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            # FastAPI app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# settings &amp; env</a:t>
            </a:r>
            <a:endParaRPr lang="en-US" sz="10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│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     # API keys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0" y="1051560"/>
            <a:ext cx="32004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Folder = One Job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shapes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0" y="2167128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167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2376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0" y="2734056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7340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23760" y="2734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3300984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3009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2376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 routes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0" y="3867912"/>
            <a:ext cx="7315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system/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23760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 &amp; wiring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dev finds anything in seconds.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— Before vs After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51560"/>
          <a:ext cx="8229600" cy="3108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Concern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One Big main.py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 Clean Layers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through 200+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 the right folder instantly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spin up the whole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each layer in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 through tangled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only the Generator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merge conflicts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dev owns a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Copy-paste everywhere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the Generator 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"Where is everything?"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explains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organized into layers — but now it's testable, scalable, and team-ready. That's professional engineering.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85" y="58704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508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Rule to Remember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layer should have exactly ONE reason to change.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1508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00400"/>
            <a:ext cx="1508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 changes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48840" y="3200400"/>
            <a:ext cx="1508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8840" y="320040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214884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14884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840480" y="3200400"/>
            <a:ext cx="1508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0" y="320040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4048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changes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532120" y="3200400"/>
            <a:ext cx="1508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32120" y="320040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53212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changes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223760" y="3200400"/>
            <a:ext cx="1508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23760" y="3200400"/>
            <a:ext cx="15087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22376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Setup changes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822960"/>
            <a:ext cx="1280160" cy="1280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835" y="1104595"/>
            <a:ext cx="716890" cy="7168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Did 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turn any AI script into a production API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ship your agent to the world!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4778</Words>
  <Application>Microsoft Office PowerPoint</Application>
  <PresentationFormat>On-screen Show (16:9)</PresentationFormat>
  <Paragraphs>788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AI Script to Production API</dc:title>
  <dc:subject>PptxGenJS Presentation</dc:subject>
  <dc:creator>AI Agents Workshop</dc:creator>
  <cp:lastModifiedBy>Varush H</cp:lastModifiedBy>
  <cp:revision>9</cp:revision>
  <dcterms:created xsi:type="dcterms:W3CDTF">2026-06-04T06:57:14Z</dcterms:created>
  <dcterms:modified xsi:type="dcterms:W3CDTF">2026-06-13T17:02:46Z</dcterms:modified>
</cp:coreProperties>
</file>